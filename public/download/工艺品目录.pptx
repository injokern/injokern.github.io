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jpeg"/>
  <Override PartName="/ppt/media/image7.jpg" ContentType="image/jpeg"/>
  <Override PartName="/ppt/notesSlides/notesSlide1.xml" ContentType="application/vnd.openxmlformats-officedocument.presentationml.notesSlide+xml"/>
  <Override PartName="/ppt/media/image11.jp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13.jp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19.jpg" ContentType="image/jpe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6.xml" ContentType="application/vnd.openxmlformats-officedocument.presentationml.notesSlide+xml"/>
  <Override PartName="/ppt/media/image31.jpg" ContentType="image/jpeg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563" r:id="rId2"/>
    <p:sldId id="553" r:id="rId3"/>
    <p:sldId id="281" r:id="rId4"/>
    <p:sldId id="573" r:id="rId5"/>
    <p:sldId id="276" r:id="rId6"/>
    <p:sldId id="543" r:id="rId7"/>
    <p:sldId id="536" r:id="rId8"/>
    <p:sldId id="554" r:id="rId9"/>
    <p:sldId id="542" r:id="rId10"/>
    <p:sldId id="559" r:id="rId11"/>
    <p:sldId id="555" r:id="rId12"/>
    <p:sldId id="562" r:id="rId13"/>
    <p:sldId id="561" r:id="rId14"/>
    <p:sldId id="560" r:id="rId15"/>
    <p:sldId id="556" r:id="rId16"/>
    <p:sldId id="565" r:id="rId17"/>
    <p:sldId id="557" r:id="rId18"/>
    <p:sldId id="558" r:id="rId19"/>
    <p:sldId id="538" r:id="rId20"/>
    <p:sldId id="535" r:id="rId21"/>
    <p:sldId id="572" r:id="rId22"/>
    <p:sldId id="570" r:id="rId23"/>
    <p:sldId id="564" r:id="rId24"/>
    <p:sldId id="571" r:id="rId25"/>
    <p:sldId id="569" r:id="rId26"/>
    <p:sldId id="271" r:id="rId27"/>
    <p:sldId id="537" r:id="rId28"/>
    <p:sldId id="566" r:id="rId29"/>
    <p:sldId id="568" r:id="rId30"/>
    <p:sldId id="567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4500"/>
    <a:srgbClr val="F46D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31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61EFCA-42AA-4C73-A750-1384475FECE0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3D62E0-0148-4DBD-B262-C5DED19F8F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686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2A26D-FB58-D792-9CDC-559017630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2CA956-B87B-089F-11B9-30AC5242B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718CD6-9EDA-CAA3-82C1-AC1EE977A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F0BA9E-2D7D-E25C-F68F-924401F9CC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923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62E0-0148-4DBD-B262-C5DED19F8F9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215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999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081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02CB-EE2A-FCF3-B6D9-5DA495E89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6E68A1-8AE3-BA14-0700-67165790D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656A6C-095C-6E38-3AF4-C6CA66ECB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BE853A-B741-9E1E-4999-E15CBC6E4D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683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993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D3F14-3ABD-897F-22BE-54988D078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1BC050-637F-0CFD-FD87-F2E22B0E0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750A01-37EB-C13E-A79D-81A843A16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75139B-3871-20B6-1E6B-FDD033E689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837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64CBC-1EB8-88AF-A886-E0685FBEB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0A25C1-3F04-0049-E2F5-11CCB70B94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69B3A6-A7AB-634E-B88F-202FA69BB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FFC357-883C-F279-0E08-6EFB0F7B56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7547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AB840-33A4-AD28-0771-62CD63CBB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8DE921-ACCB-19F4-8F17-6C92F1A1E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D59DE-E003-0977-44C4-2EEDD0475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E946C-7F57-E487-A8A0-F01C3D6DE0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955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02548-0023-83E0-DEC6-05143F7A7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17E9D5-AF96-7EAF-F492-18096E40D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7FDA48-8F8B-F9F2-A80A-BCCE362A1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0F8DEC-AA89-66F0-D9B6-33E9BC1AFF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562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EFC8C-A4FA-3706-42B6-73441FDA5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5429A7-7135-5C0E-AEE5-C1DFC2CE6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F2CFCC-3713-997A-7519-E54E6FB9F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CC16B2-EE2A-5294-4012-BD7995604D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906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3CAC7-7895-1D2A-75F4-C583C336D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2096BB-492A-FB62-B1C9-CE0896163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3DD56B-816B-947D-E9F1-847CA720A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7D5BE7-89CC-19A2-BA63-D73962BBD9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776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F4501-3C33-DEFD-6EB8-C308BBC2D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440D54-7E2F-13EB-E6B6-CF558767C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AE7C00-FEC9-7D2D-8271-A74943A18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3AAA9D-7DC4-D6CD-C134-BD3D521C9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6671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DC4AD-39DF-46B5-4D07-96F5F93B0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B5B2D2-0AC3-293A-3557-B2A9FD09F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CA5001-15B7-8733-C5E1-E2DC8827B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05606-2F92-A20E-ADA6-4CE7B74324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6097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CB51A-77D9-3331-899A-174BB9B66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E6E421-0AB6-2615-1E5A-0E9AAEB45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5DE541-E00F-9BBC-5022-846F482F6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DD7B7D-214B-19D5-CA68-B33EC2D2EA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4401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7664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0571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E29FD-36A4-08EF-7511-C63C3AE5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C84323-C044-A853-32C4-39697EDA7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A051B9-CAF9-F12F-B821-85FE25038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2DF88A-A0A7-2F1E-14FB-03B485AAC4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1474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0712B-DD37-2DE9-6D33-BC7E397AF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44D765-8DA8-FCBA-4666-54A210DA0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7AB8F0-CCA8-B8E0-63B7-4416BCEEE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8F1624-3171-7786-6539-EC87D5AF5E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4432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445EF-CFB1-2808-4DBA-C357E44D1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641F98-E4BA-71A4-607F-783B2EECF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ACC03D-4FCE-1FED-157F-39A602648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B165F8-A344-0639-AD80-5A4BE73E58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3105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5ADD3-AC7A-B5E7-4183-ED761DD2C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A8E82B-5662-66FF-E07E-B7EAD5B19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87C719-AF56-9536-EC07-17349C6E6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C3DA3B-3DA3-9CEE-F70C-F4E20C791C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4621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E861C-95D7-55E6-6A55-2618B9F12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D13521-141C-FE0E-ACCC-71468C66F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867D54-FB87-29C5-CC3B-7C39A0846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07C9F4-8DE8-369F-DDE2-2FE9127B4B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5929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5919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DF097-876B-FF9C-98A3-53B1529FD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48C582-F6F9-239D-71D0-4E9C6627A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6A0781-DAA9-DFB5-8907-26B4BBECA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24638E-A2F0-68FF-A8C1-70BDF57500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1902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260DB-7256-DCA3-CE9B-042E5D0A0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C70C5E-27CF-8B04-998B-E0A20CAFE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6ED549-66CA-6204-3F43-B0D3FB318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A1A54F-EC9B-8774-DA1F-D941948244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12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CE716-F826-56D9-2621-C11F87A25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BD2F0C-2031-50C2-3D8A-D428652BD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8682FD-98A7-9D66-F8E3-440049792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FB4DAC-72C6-5E11-8ACD-0A8F28B893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8054E-0742-4BBE-99BA-1BB7577B901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472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D2D15-5DEE-D61B-12D6-C9971F87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A3EBAA-D58F-8F8D-7486-2C5BB3F92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49090E-C4E0-B41B-BF0E-08052A62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A3E71-770C-478B-882D-EFF9BECE7D53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1A9E55-6419-24C0-E4E3-5D88EC6FA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DE08F3-8C2B-C28C-6C21-58E62258F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7C05C-DF5E-4B13-B159-40361346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232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72395-F505-6F67-F9F4-F6E675FA5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28D3A8-AF15-D02F-835D-7E81F83D7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1BC6FF-8278-E302-4246-B5C3CC09E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A3E71-770C-478B-882D-EFF9BECE7D53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95D446-E66A-032F-D0DF-A2A5C955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F12298-3DCE-450A-3E13-1D6BB73C2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7C05C-DF5E-4B13-B159-40361346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148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05C322-831E-22B2-AB83-7157CE133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69C8EC-94BC-04C6-DB01-91DB3CCC3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304D1C-D1B9-6EA4-770E-46B65F630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A3E71-770C-478B-882D-EFF9BECE7D53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44997A-64CD-027A-D4D6-CC5C15B27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DBFF4C-30AA-7219-6031-F5DA8F2BF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7C05C-DF5E-4B13-B159-40361346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63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2FAAE4-B005-3233-2D54-9EB467045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00BC5D-4A0B-17D6-42E7-F3C1F4175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AE3955-878F-DA31-92DF-2280E1DB9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D942A0-5B53-FC27-B6EF-108A3F79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A3E71-770C-478B-882D-EFF9BECE7D53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B65DC1-94A7-4798-F9E9-ECE4184FE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43259A-5586-9E9E-E231-426D3C588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7C05C-DF5E-4B13-B159-40361346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579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F8A840-26C9-66C4-AA30-B82812D0D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540B99-2222-D402-BB13-51019BFC7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F3F9BA-9463-A73B-B859-66C148C78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AB70BE-28A2-0A3F-7D97-E4926633F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F0B4870-ADF6-0A89-D14F-9EF906EB48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D1BAA0-108B-ABEB-6E8F-DA6BDF971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A3E71-770C-478B-882D-EFF9BECE7D53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5351311-5223-E077-3B6B-2CC716CB3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F74EFF-BE64-0024-5E1E-1E1F3CCDB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7C05C-DF5E-4B13-B159-40361346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597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0C65C2-290C-1AE6-110C-005D1E18C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96AEBF-B373-36FA-2655-4EA0946A7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A3E71-770C-478B-882D-EFF9BECE7D53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E340C7-04CC-EB18-BF23-29765F5B1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D5E48-30CF-D572-C339-92617AFC5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7C05C-DF5E-4B13-B159-40361346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319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369F7D4-2C09-0A01-E592-174D2A37E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A3E71-770C-478B-882D-EFF9BECE7D53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FD1473-EFCE-63CF-000B-FAC0757F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B139B4-4878-8962-22F9-BC313CD62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7C05C-DF5E-4B13-B159-40361346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978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6DB9F4-DBBD-787F-79A5-0139EFD5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6FDDAE-EF7C-D9B4-1DCB-9A0A27453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12CC44-94B7-D42B-2D57-43D9B249E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471924-E5AD-B8A6-7A8B-73F52373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A3E71-770C-478B-882D-EFF9BECE7D53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DE6C98-CFE6-33E8-A340-B813AEE0D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21B366-5DC5-4E38-82C1-6B8C9BB1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7C05C-DF5E-4B13-B159-40361346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72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3BC9A1-0252-EB41-DAE6-B4B32436B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D668E06-0E4F-D052-F214-7FF9798FAA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00684E-6D9A-36A6-72E2-85C2914C4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0BD374-71F7-E2CE-1F35-733BD5100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A3E71-770C-478B-882D-EFF9BECE7D53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ADD927-85AA-86D2-CB0A-51B89E5AD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4C13F4-5EEE-7609-CDBB-4BBDB1815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7C05C-DF5E-4B13-B159-40361346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081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A6B21-4D49-8955-0213-7881F8EA0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D9C645-B003-4213-9159-F7643F832D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A01509-8F2C-D8E0-6A14-9A1FAE783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A3E71-770C-478B-882D-EFF9BECE7D53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6AB3E4-435D-EBCD-53CF-80C22A31F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892E34-11DE-F75F-88A1-5EED9420D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7C05C-DF5E-4B13-B159-40361346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000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008884-A246-26A0-3F85-8C337FD21F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512589-AC3C-D422-DEDB-8705C1EEF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CEE1FD-37C6-847A-3FED-1F1ED8BC4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A3E71-770C-478B-882D-EFF9BECE7D53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0368F5-0D1F-0159-4C67-DC9AABA0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38B109-7A0F-40EE-D9C1-18E64C135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7C05C-DF5E-4B13-B159-40361346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352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-1" y="1"/>
            <a:ext cx="3349375" cy="1962364"/>
          </a:xfrm>
          <a:pattFill prst="pct5">
            <a:fgClr>
              <a:schemeClr val="bg1">
                <a:lumMod val="95000"/>
              </a:schemeClr>
            </a:fgClr>
            <a:bgClr>
              <a:srgbClr val="D9D9D9"/>
            </a:bgClr>
          </a:pattFill>
        </p:spPr>
        <p:txBody>
          <a:bodyPr>
            <a:normAutofit/>
          </a:bodyPr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defRPr>
            </a:lvl1pPr>
          </a:lstStyle>
          <a:p>
            <a:r>
              <a:rPr lang="zh-CN" altLang="en-US" dirty="0"/>
              <a:t>请把图片从文件夹拖拽到此处，或点击下部的小图标添加图片</a:t>
            </a:r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8211131" y="3924728"/>
            <a:ext cx="3980869" cy="2933272"/>
          </a:xfrm>
          <a:pattFill prst="pct5">
            <a:fgClr>
              <a:schemeClr val="bg1">
                <a:lumMod val="95000"/>
              </a:schemeClr>
            </a:fgClr>
            <a:bgClr>
              <a:srgbClr val="D9D9D9"/>
            </a:bgClr>
          </a:pattFill>
        </p:spPr>
        <p:txBody>
          <a:bodyPr>
            <a:normAutofit/>
          </a:bodyPr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defRPr>
            </a:lvl1pPr>
          </a:lstStyle>
          <a:p>
            <a:r>
              <a:rPr lang="zh-CN" altLang="en-US" dirty="0"/>
              <a:t>请把图片从文件夹拖拽到此处，或点击下部的小图标添加图片</a:t>
            </a:r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6694741" y="0"/>
            <a:ext cx="5497259" cy="3924728"/>
          </a:xfrm>
          <a:pattFill prst="pct5">
            <a:fgClr>
              <a:schemeClr val="bg1">
                <a:lumMod val="95000"/>
              </a:schemeClr>
            </a:fgClr>
            <a:bgClr>
              <a:srgbClr val="D9D9D9"/>
            </a:bgClr>
          </a:pattFill>
        </p:spPr>
        <p:txBody>
          <a:bodyPr>
            <a:normAutofit/>
          </a:bodyPr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defRPr>
            </a:lvl1pPr>
          </a:lstStyle>
          <a:p>
            <a:r>
              <a:rPr lang="zh-CN" altLang="en-US" dirty="0"/>
              <a:t>请把图片从文件夹拖拽到此处，或点击下部的小图标添加图片</a:t>
            </a:r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3924728"/>
            <a:ext cx="5020054" cy="2933272"/>
          </a:xfrm>
          <a:pattFill prst="pct5">
            <a:fgClr>
              <a:schemeClr val="bg1">
                <a:lumMod val="95000"/>
              </a:schemeClr>
            </a:fgClr>
            <a:bgClr>
              <a:srgbClr val="D9D9D9"/>
            </a:bgClr>
          </a:pattFill>
        </p:spPr>
        <p:txBody>
          <a:bodyPr>
            <a:normAutofit/>
          </a:bodyPr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defRPr>
            </a:lvl1pPr>
          </a:lstStyle>
          <a:p>
            <a:r>
              <a:rPr lang="zh-CN" altLang="en-US" dirty="0"/>
              <a:t>请把图片从文件夹拖拽到此处，或点击下部的小图标添加图片</a:t>
            </a: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3349375" y="0"/>
            <a:ext cx="3349375" cy="3924728"/>
          </a:xfrm>
          <a:pattFill prst="pct5">
            <a:fgClr>
              <a:schemeClr val="bg1">
                <a:lumMod val="95000"/>
              </a:schemeClr>
            </a:fgClr>
            <a:bgClr>
              <a:srgbClr val="D9D9D9"/>
            </a:bgClr>
          </a:pattFill>
        </p:spPr>
        <p:txBody>
          <a:bodyPr>
            <a:normAutofit/>
          </a:bodyPr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defRPr>
            </a:lvl1pPr>
          </a:lstStyle>
          <a:p>
            <a:r>
              <a:rPr lang="zh-CN" altLang="en-US" dirty="0"/>
              <a:t>请把图片从文件夹拖拽到此处，或点击下部的小图标添加图片</a:t>
            </a:r>
            <a:endParaRPr lang="en-US" dirty="0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1962364"/>
            <a:ext cx="3349375" cy="1962364"/>
          </a:xfrm>
          <a:pattFill prst="pct5">
            <a:fgClr>
              <a:schemeClr val="bg1">
                <a:lumMod val="95000"/>
              </a:schemeClr>
            </a:fgClr>
            <a:bgClr>
              <a:srgbClr val="D9D9D9"/>
            </a:bgClr>
          </a:pattFill>
        </p:spPr>
        <p:txBody>
          <a:bodyPr>
            <a:normAutofit/>
          </a:bodyPr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defRPr>
            </a:lvl1pPr>
          </a:lstStyle>
          <a:p>
            <a:r>
              <a:rPr lang="zh-CN" altLang="en-US" dirty="0"/>
              <a:t>请把图片从文件夹拖拽到此处，或点击下部的小图标添加图片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943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F155B78-8C53-3891-6962-18C36DFE1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3FA2BA-C652-629D-A0C9-78D26A858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9973F0-3F18-7F92-713F-18FC7B48FB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7A3E71-770C-478B-882D-EFF9BECE7D53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EA7807-CA80-3885-C3A3-A1D5BCBA3E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D6DDB7-22BE-25BB-B425-81C2FB967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67C05C-DF5E-4B13-B159-40361346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515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12.jpe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10" Type="http://schemas.openxmlformats.org/officeDocument/2006/relationships/image" Target="../media/image7.jpg"/><Relationship Id="rId4" Type="http://schemas.openxmlformats.org/officeDocument/2006/relationships/image" Target="../media/image1.png"/><Relationship Id="rId9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6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tags" Target="../tags/tag3.xml"/><Relationship Id="rId7" Type="http://schemas.openxmlformats.org/officeDocument/2006/relationships/image" Target="../media/image8.png"/><Relationship Id="rId12" Type="http://schemas.openxmlformats.org/officeDocument/2006/relationships/image" Target="../media/image31.jpg"/><Relationship Id="rId17" Type="http://schemas.openxmlformats.org/officeDocument/2006/relationships/image" Target="../media/image36.png"/><Relationship Id="rId2" Type="http://schemas.openxmlformats.org/officeDocument/2006/relationships/tags" Target="../tags/tag2.xml"/><Relationship Id="rId16" Type="http://schemas.openxmlformats.org/officeDocument/2006/relationships/image" Target="../media/image35.png"/><Relationship Id="rId1" Type="http://schemas.openxmlformats.org/officeDocument/2006/relationships/tags" Target="../tags/tag1.xml"/><Relationship Id="rId6" Type="http://schemas.openxmlformats.org/officeDocument/2006/relationships/notesSlide" Target="../notesSlides/notesSlide16.xml"/><Relationship Id="rId11" Type="http://schemas.openxmlformats.org/officeDocument/2006/relationships/image" Target="../media/image30.png"/><Relationship Id="rId5" Type="http://schemas.openxmlformats.org/officeDocument/2006/relationships/slideLayout" Target="../slideLayouts/slideLayout1.xml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16.png"/><Relationship Id="rId4" Type="http://schemas.openxmlformats.org/officeDocument/2006/relationships/tags" Target="../tags/tag4.xml"/><Relationship Id="rId9" Type="http://schemas.microsoft.com/office/2007/relationships/hdphoto" Target="../media/hdphoto1.wdp"/><Relationship Id="rId1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D54C8-B996-8464-6797-DBDEC520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 descr="图片包含 图示&#10;&#10;AI 生成的内容可能不正确。">
            <a:extLst>
              <a:ext uri="{FF2B5EF4-FFF2-40B4-BE49-F238E27FC236}">
                <a16:creationId xmlns:a16="http://schemas.microsoft.com/office/drawing/2014/main" id="{EBAE9412-41A1-CB51-80D3-4C9D2FAB44B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14" b="9787"/>
          <a:stretch/>
        </p:blipFill>
        <p:spPr>
          <a:xfrm>
            <a:off x="4948462" y="-1"/>
            <a:ext cx="3542227" cy="3943350"/>
          </a:xfrm>
          <a:prstGeom prst="rect">
            <a:avLst/>
          </a:prstGeom>
        </p:spPr>
      </p:pic>
      <p:pic>
        <p:nvPicPr>
          <p:cNvPr id="17" name="图片占位符 16">
            <a:extLst>
              <a:ext uri="{FF2B5EF4-FFF2-40B4-BE49-F238E27FC236}">
                <a16:creationId xmlns:a16="http://schemas.microsoft.com/office/drawing/2014/main" id="{68994C80-6A09-6660-8670-3FF7E538B8E7}"/>
              </a:ext>
            </a:extLst>
          </p:cNvPr>
          <p:cNvPicPr>
            <a:picLocks noGrp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2" b="5412"/>
          <a:stretch/>
        </p:blipFill>
        <p:spPr>
          <a:xfrm>
            <a:off x="0" y="3924728"/>
            <a:ext cx="3289301" cy="2933272"/>
          </a:xfrm>
        </p:spPr>
      </p:pic>
      <p:pic>
        <p:nvPicPr>
          <p:cNvPr id="20" name="图片占位符 19">
            <a:extLst>
              <a:ext uri="{FF2B5EF4-FFF2-40B4-BE49-F238E27FC236}">
                <a16:creationId xmlns:a16="http://schemas.microsoft.com/office/drawing/2014/main" id="{D07CE86C-1B02-5CE6-D055-66BDD49744A9}"/>
              </a:ext>
            </a:extLst>
          </p:cNvPr>
          <p:cNvPicPr>
            <a:picLocks noGrp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8" r="3318"/>
          <a:stretch/>
        </p:blipFill>
        <p:spPr>
          <a:xfrm>
            <a:off x="0" y="0"/>
            <a:ext cx="4966507" cy="3924728"/>
          </a:xfrm>
        </p:spPr>
      </p:pic>
      <p:pic>
        <p:nvPicPr>
          <p:cNvPr id="21" name="图片占位符 20">
            <a:extLst>
              <a:ext uri="{FF2B5EF4-FFF2-40B4-BE49-F238E27FC236}">
                <a16:creationId xmlns:a16="http://schemas.microsoft.com/office/drawing/2014/main" id="{FA71292B-D9BA-509B-64B8-842639E8A835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1" r="16111"/>
          <a:stretch/>
        </p:blipFill>
        <p:spPr>
          <a:xfrm>
            <a:off x="6502400" y="3924728"/>
            <a:ext cx="3341911" cy="2933272"/>
          </a:xfrm>
        </p:spPr>
      </p:pic>
      <p:pic>
        <p:nvPicPr>
          <p:cNvPr id="26" name="图片占位符 25">
            <a:extLst>
              <a:ext uri="{FF2B5EF4-FFF2-40B4-BE49-F238E27FC236}">
                <a16:creationId xmlns:a16="http://schemas.microsoft.com/office/drawing/2014/main" id="{0B483B65-AAE1-C0F4-E385-43CEFCD0AF22}"/>
              </a:ext>
            </a:extLst>
          </p:cNvPr>
          <p:cNvPicPr>
            <a:picLocks noGrp="1"/>
          </p:cNvPicPr>
          <p:nvPr>
            <p:ph type="pic" sz="quarter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82986" y="1975692"/>
            <a:ext cx="3709013" cy="1962364"/>
          </a:xfrm>
        </p:spPr>
      </p:pic>
      <p:pic>
        <p:nvPicPr>
          <p:cNvPr id="3" name="图片占位符 24">
            <a:extLst>
              <a:ext uri="{FF2B5EF4-FFF2-40B4-BE49-F238E27FC236}">
                <a16:creationId xmlns:a16="http://schemas.microsoft.com/office/drawing/2014/main" id="{B592D7AB-4C31-AB85-CF30-1CD7671796AB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70" b="10870"/>
          <a:stretch/>
        </p:blipFill>
        <p:spPr>
          <a:xfrm>
            <a:off x="9844151" y="3933508"/>
            <a:ext cx="2347849" cy="2924492"/>
          </a:xfrm>
          <a:prstGeom prst="rect">
            <a:avLst/>
          </a:prstGeom>
          <a:pattFill prst="pct5">
            <a:fgClr>
              <a:schemeClr val="bg1">
                <a:lumMod val="95000"/>
              </a:schemeClr>
            </a:fgClr>
            <a:bgClr>
              <a:srgbClr val="D9D9D9"/>
            </a:bgClr>
          </a:pattFill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18021C4-C5E5-9E4C-E7B3-E976070309C9}"/>
              </a:ext>
            </a:extLst>
          </p:cNvPr>
          <p:cNvSpPr>
            <a:spLocks/>
          </p:cNvSpPr>
          <p:nvPr/>
        </p:nvSpPr>
        <p:spPr>
          <a:xfrm>
            <a:off x="-3943" y="-375"/>
            <a:ext cx="4952999" cy="3924300"/>
          </a:xfrm>
          <a:prstGeom prst="rect">
            <a:avLst/>
          </a:prstGeom>
          <a:gradFill flip="none" rotWithShape="1">
            <a:gsLst>
              <a:gs pos="77000">
                <a:schemeClr val="bg1">
                  <a:lumMod val="95000"/>
                  <a:alpha val="0"/>
                </a:schemeClr>
              </a:gs>
              <a:gs pos="24000">
                <a:schemeClr val="bg1">
                  <a:lumMod val="50000"/>
                  <a:alpha val="99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83F8BC8-D28D-38D1-ABED-1167C4994FD3}"/>
              </a:ext>
            </a:extLst>
          </p:cNvPr>
          <p:cNvSpPr>
            <a:spLocks/>
          </p:cNvSpPr>
          <p:nvPr/>
        </p:nvSpPr>
        <p:spPr>
          <a:xfrm>
            <a:off x="6499050" y="3923882"/>
            <a:ext cx="3346907" cy="2926080"/>
          </a:xfrm>
          <a:prstGeom prst="rect">
            <a:avLst/>
          </a:prstGeom>
          <a:gradFill flip="none" rotWithShape="1">
            <a:gsLst>
              <a:gs pos="22000">
                <a:schemeClr val="bg1">
                  <a:lumMod val="95000"/>
                  <a:alpha val="0"/>
                </a:schemeClr>
              </a:gs>
              <a:gs pos="75000">
                <a:schemeClr val="bg1">
                  <a:lumMod val="65000"/>
                  <a:alpha val="97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4BEE471-701A-C01E-A056-DEDB4AF972BF}"/>
              </a:ext>
            </a:extLst>
          </p:cNvPr>
          <p:cNvSpPr>
            <a:spLocks/>
          </p:cNvSpPr>
          <p:nvPr/>
        </p:nvSpPr>
        <p:spPr>
          <a:xfrm flipH="1">
            <a:off x="8479790" y="1974849"/>
            <a:ext cx="3709326" cy="1956325"/>
          </a:xfrm>
          <a:prstGeom prst="rect">
            <a:avLst/>
          </a:prstGeom>
          <a:gradFill flip="none" rotWithShape="1">
            <a:gsLst>
              <a:gs pos="30000">
                <a:schemeClr val="bg1">
                  <a:lumMod val="95000"/>
                  <a:alpha val="0"/>
                </a:schemeClr>
              </a:gs>
              <a:gs pos="80000">
                <a:schemeClr val="bg1">
                  <a:lumMod val="6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87F33FA-9DE3-4435-E4FA-D390C0302F80}"/>
              </a:ext>
            </a:extLst>
          </p:cNvPr>
          <p:cNvSpPr>
            <a:spLocks/>
          </p:cNvSpPr>
          <p:nvPr/>
        </p:nvSpPr>
        <p:spPr>
          <a:xfrm rot="5400000" flipH="1">
            <a:off x="4748464" y="206398"/>
            <a:ext cx="3949700" cy="3513615"/>
          </a:xfrm>
          <a:prstGeom prst="rect">
            <a:avLst/>
          </a:prstGeom>
          <a:gradFill flip="none" rotWithShape="1">
            <a:gsLst>
              <a:gs pos="84000">
                <a:schemeClr val="bg1">
                  <a:lumMod val="95000"/>
                  <a:alpha val="0"/>
                </a:schemeClr>
              </a:gs>
              <a:gs pos="23000">
                <a:schemeClr val="bg1">
                  <a:lumMod val="65000"/>
                  <a:alpha val="8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4" name="图片 53" descr="墙上贴着许多海报&#10;&#10;AI 生成的内容可能不正确。">
            <a:extLst>
              <a:ext uri="{FF2B5EF4-FFF2-40B4-BE49-F238E27FC236}">
                <a16:creationId xmlns:a16="http://schemas.microsoft.com/office/drawing/2014/main" id="{1FB855B2-CC40-0967-3168-AF298A5679F8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48" t="20779" r="19999" b="26234"/>
          <a:stretch/>
        </p:blipFill>
        <p:spPr>
          <a:xfrm>
            <a:off x="8480453" y="-5721"/>
            <a:ext cx="3714078" cy="1981199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9EA53CD2-D4B9-D205-BAFE-74E4D7D45647}"/>
              </a:ext>
            </a:extLst>
          </p:cNvPr>
          <p:cNvSpPr>
            <a:spLocks/>
          </p:cNvSpPr>
          <p:nvPr/>
        </p:nvSpPr>
        <p:spPr>
          <a:xfrm>
            <a:off x="8489630" y="-6353"/>
            <a:ext cx="3703429" cy="1981199"/>
          </a:xfrm>
          <a:prstGeom prst="rect">
            <a:avLst/>
          </a:prstGeom>
          <a:gradFill flip="none" rotWithShape="1">
            <a:gsLst>
              <a:gs pos="30000">
                <a:schemeClr val="bg1">
                  <a:lumMod val="95000"/>
                  <a:alpha val="0"/>
                </a:schemeClr>
              </a:gs>
              <a:gs pos="80000">
                <a:schemeClr val="bg1">
                  <a:lumMod val="6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6F3ABBD-3DC5-9E45-3D3B-A443E7ED66C2}"/>
              </a:ext>
            </a:extLst>
          </p:cNvPr>
          <p:cNvSpPr>
            <a:spLocks/>
          </p:cNvSpPr>
          <p:nvPr/>
        </p:nvSpPr>
        <p:spPr>
          <a:xfrm flipV="1">
            <a:off x="9841993" y="3929432"/>
            <a:ext cx="2346921" cy="2934976"/>
          </a:xfrm>
          <a:prstGeom prst="rect">
            <a:avLst/>
          </a:prstGeom>
          <a:gradFill flip="none" rotWithShape="1">
            <a:gsLst>
              <a:gs pos="22000">
                <a:schemeClr val="bg1">
                  <a:lumMod val="95000"/>
                  <a:alpha val="0"/>
                </a:schemeClr>
              </a:gs>
              <a:gs pos="73000">
                <a:schemeClr val="bg1">
                  <a:lumMod val="65000"/>
                  <a:alpha val="9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1773EE6D-8F4D-8435-76EB-555862563CF0}"/>
              </a:ext>
            </a:extLst>
          </p:cNvPr>
          <p:cNvSpPr>
            <a:spLocks/>
          </p:cNvSpPr>
          <p:nvPr/>
        </p:nvSpPr>
        <p:spPr>
          <a:xfrm>
            <a:off x="0" y="3921394"/>
            <a:ext cx="3274926" cy="2936606"/>
          </a:xfrm>
          <a:prstGeom prst="rect">
            <a:avLst/>
          </a:prstGeom>
          <a:gradFill flip="none" rotWithShape="1">
            <a:gsLst>
              <a:gs pos="22000">
                <a:schemeClr val="bg1">
                  <a:lumMod val="95000"/>
                  <a:alpha val="0"/>
                </a:schemeClr>
              </a:gs>
              <a:gs pos="75000">
                <a:schemeClr val="bg1">
                  <a:lumMod val="50000"/>
                  <a:alpha val="88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0B38FB-AF00-5DF9-33FB-CCFC000CB4F4}"/>
              </a:ext>
            </a:extLst>
          </p:cNvPr>
          <p:cNvSpPr>
            <a:spLocks/>
          </p:cNvSpPr>
          <p:nvPr/>
        </p:nvSpPr>
        <p:spPr>
          <a:xfrm>
            <a:off x="3260551" y="3924728"/>
            <a:ext cx="3238499" cy="29396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6C820D-8B7A-F017-1A6A-33C95AF3E86B}"/>
              </a:ext>
            </a:extLst>
          </p:cNvPr>
          <p:cNvSpPr>
            <a:spLocks/>
          </p:cNvSpPr>
          <p:nvPr/>
        </p:nvSpPr>
        <p:spPr>
          <a:xfrm>
            <a:off x="3423232" y="4612760"/>
            <a:ext cx="2668722" cy="1542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Quality Gifts,</a:t>
            </a:r>
          </a:p>
          <a:p>
            <a:r>
              <a:rPr lang="en-US" altLang="zh-CN" sz="2000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Made Simple</a:t>
            </a:r>
          </a:p>
          <a:p>
            <a:endParaRPr lang="en-US" dirty="0">
              <a:solidFill>
                <a:schemeClr val="bg1"/>
              </a:solidFill>
              <a:latin typeface="GeosansLight" panose="02000603020000020003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From idea to product, we help you turn thoughts into tangible, quality gifts.</a:t>
            </a:r>
            <a:endParaRPr lang="en-US" sz="12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3A7C09-EB06-902F-0ED5-8176E9FD1B14}"/>
              </a:ext>
            </a:extLst>
          </p:cNvPr>
          <p:cNvSpPr>
            <a:spLocks/>
          </p:cNvSpPr>
          <p:nvPr/>
        </p:nvSpPr>
        <p:spPr>
          <a:xfrm>
            <a:off x="-13673" y="-4827"/>
            <a:ext cx="12202587" cy="6869303"/>
          </a:xfrm>
          <a:prstGeom prst="rect">
            <a:avLst/>
          </a:prstGeom>
          <a:solidFill>
            <a:schemeClr val="bg1">
              <a:lumMod val="75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dirty="0">
              <a:solidFill>
                <a:schemeClr val="bg2">
                  <a:lumMod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245E36C-2149-CAE8-7F3E-F016E125C1F0}"/>
              </a:ext>
            </a:extLst>
          </p:cNvPr>
          <p:cNvSpPr>
            <a:spLocks/>
          </p:cNvSpPr>
          <p:nvPr/>
        </p:nvSpPr>
        <p:spPr>
          <a:xfrm>
            <a:off x="1702706" y="1772910"/>
            <a:ext cx="8805637" cy="3321603"/>
          </a:xfrm>
          <a:prstGeom prst="rect">
            <a:avLst/>
          </a:prstGeom>
          <a:solidFill>
            <a:schemeClr val="bg1">
              <a:alpha val="9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EC0213-999E-7EDB-5181-F2D9C42A5579}"/>
              </a:ext>
            </a:extLst>
          </p:cNvPr>
          <p:cNvSpPr>
            <a:spLocks/>
          </p:cNvSpPr>
          <p:nvPr/>
        </p:nvSpPr>
        <p:spPr>
          <a:xfrm>
            <a:off x="1818333" y="1884402"/>
            <a:ext cx="8563429" cy="3089196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AE7218-989A-0BE2-FA0D-8A298FA6CD6B}"/>
              </a:ext>
            </a:extLst>
          </p:cNvPr>
          <p:cNvSpPr txBox="1">
            <a:spLocks/>
          </p:cNvSpPr>
          <p:nvPr/>
        </p:nvSpPr>
        <p:spPr>
          <a:xfrm>
            <a:off x="2501392" y="3043109"/>
            <a:ext cx="7340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bg2">
                    <a:lumMod val="50000"/>
                  </a:schemeClr>
                </a:solidFill>
                <a:latin typeface="Montserrat" pitchFamily="2" charset="0"/>
              </a:rPr>
              <a:t>CM Crafts &amp; Gifts Co., Ltd</a:t>
            </a:r>
            <a:endParaRPr lang="zh-CN" altLang="en-US" sz="4400" dirty="0">
              <a:solidFill>
                <a:schemeClr val="bg2">
                  <a:lumMod val="50000"/>
                </a:schemeClr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56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79478-651D-07B0-8C1E-26A939B96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A3C2152E-A7DD-F47C-D11B-4D796FC43FF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grpSp>
        <p:nvGrpSpPr>
          <p:cNvPr id="2" name="iSḻîḍê">
            <a:extLst>
              <a:ext uri="{FF2B5EF4-FFF2-40B4-BE49-F238E27FC236}">
                <a16:creationId xmlns:a16="http://schemas.microsoft.com/office/drawing/2014/main" id="{969AAE19-224C-0F35-97A5-B9F79D6A4AD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1677650" y="3063424"/>
            <a:ext cx="73892" cy="709638"/>
            <a:chOff x="11839575" y="2890812"/>
            <a:chExt cx="95250" cy="914752"/>
          </a:xfrm>
        </p:grpSpPr>
        <p:sp>
          <p:nvSpPr>
            <p:cNvPr id="3" name="îṩlíḑè">
              <a:extLst>
                <a:ext uri="{FF2B5EF4-FFF2-40B4-BE49-F238E27FC236}">
                  <a16:creationId xmlns:a16="http://schemas.microsoft.com/office/drawing/2014/main" id="{62A2A269-0EC0-EC17-D9B4-57F4935A55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9575" y="3710314"/>
              <a:ext cx="95250" cy="952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5" name="iṥḷídè">
              <a:extLst>
                <a:ext uri="{FF2B5EF4-FFF2-40B4-BE49-F238E27FC236}">
                  <a16:creationId xmlns:a16="http://schemas.microsoft.com/office/drawing/2014/main" id="{59DD784B-CBF4-1C63-2184-56449F512E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9575" y="3508077"/>
              <a:ext cx="95250" cy="952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grpSp>
          <p:nvGrpSpPr>
            <p:cNvPr id="6" name="isḻíḍê">
              <a:extLst>
                <a:ext uri="{FF2B5EF4-FFF2-40B4-BE49-F238E27FC236}">
                  <a16:creationId xmlns:a16="http://schemas.microsoft.com/office/drawing/2014/main" id="{29754310-5242-1977-6A04-4703C52CFFC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1839575" y="2890812"/>
              <a:ext cx="95250" cy="381049"/>
              <a:chOff x="11839575" y="2890812"/>
              <a:chExt cx="95250" cy="381049"/>
            </a:xfrm>
            <a:solidFill>
              <a:srgbClr val="FA4500"/>
            </a:solidFill>
          </p:grpSpPr>
          <p:sp>
            <p:nvSpPr>
              <p:cNvPr id="7" name="í$ḻïḋê">
                <a:extLst>
                  <a:ext uri="{FF2B5EF4-FFF2-40B4-BE49-F238E27FC236}">
                    <a16:creationId xmlns:a16="http://schemas.microsoft.com/office/drawing/2014/main" id="{1E8AF5EB-F0BE-BED8-04E3-AD6E7CE97E3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839575" y="3176611"/>
                <a:ext cx="95250" cy="952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8" name="îŝḷíḍê">
                <a:extLst>
                  <a:ext uri="{FF2B5EF4-FFF2-40B4-BE49-F238E27FC236}">
                    <a16:creationId xmlns:a16="http://schemas.microsoft.com/office/drawing/2014/main" id="{C80C7420-B787-E6CD-0CD5-405CB83858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839575" y="2890812"/>
                <a:ext cx="95250" cy="952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9" name="îşḻíďê">
                <a:extLst>
                  <a:ext uri="{FF2B5EF4-FFF2-40B4-BE49-F238E27FC236}">
                    <a16:creationId xmlns:a16="http://schemas.microsoft.com/office/drawing/2014/main" id="{4613CA1E-9DC8-28A2-344A-826FD9FE87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839575" y="2933715"/>
                <a:ext cx="95250" cy="285963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pic>
        <p:nvPicPr>
          <p:cNvPr id="18" name="图片占位符 10">
            <a:extLst>
              <a:ext uri="{FF2B5EF4-FFF2-40B4-BE49-F238E27FC236}">
                <a16:creationId xmlns:a16="http://schemas.microsoft.com/office/drawing/2014/main" id="{362E7F20-5974-EA48-E1C5-FD828290BFB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39" t="605" r="10683" b="-228"/>
          <a:stretch>
            <a:fillRect/>
          </a:stretch>
        </p:blipFill>
        <p:spPr>
          <a:xfrm>
            <a:off x="1541752" y="831224"/>
            <a:ext cx="8577166" cy="5195551"/>
          </a:xfrm>
          <a:prstGeom prst="rect">
            <a:avLst/>
          </a:prstGeom>
        </p:spPr>
      </p:pic>
      <p:sp>
        <p:nvSpPr>
          <p:cNvPr id="20" name="TextBox 8">
            <a:extLst>
              <a:ext uri="{FF2B5EF4-FFF2-40B4-BE49-F238E27FC236}">
                <a16:creationId xmlns:a16="http://schemas.microsoft.com/office/drawing/2014/main" id="{985F4D67-9767-37D2-9849-3C3F9406FA90}"/>
              </a:ext>
            </a:extLst>
          </p:cNvPr>
          <p:cNvSpPr txBox="1">
            <a:spLocks/>
          </p:cNvSpPr>
          <p:nvPr/>
        </p:nvSpPr>
        <p:spPr>
          <a:xfrm>
            <a:off x="1664906" y="1068290"/>
            <a:ext cx="2398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Contents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1C736DA-4380-FE86-13E7-F16658D46EE1}"/>
              </a:ext>
            </a:extLst>
          </p:cNvPr>
          <p:cNvSpPr txBox="1">
            <a:spLocks/>
          </p:cNvSpPr>
          <p:nvPr/>
        </p:nvSpPr>
        <p:spPr>
          <a:xfrm>
            <a:off x="4696069" y="2098760"/>
            <a:ext cx="4014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Montserrat" pitchFamily="2" charset="0"/>
                <a:ea typeface="Roboto" panose="02000000000000000000" pitchFamily="2" charset="0"/>
              </a:rPr>
              <a:t>COMPANY OVERVIEW</a:t>
            </a:r>
            <a:endParaRPr lang="zh-CN" altLang="en-US" sz="2400" dirty="0">
              <a:latin typeface="Montserrat" pitchFamily="2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72B3904-7C70-D9EF-C281-A9CF088F9908}"/>
              </a:ext>
            </a:extLst>
          </p:cNvPr>
          <p:cNvSpPr txBox="1">
            <a:spLocks/>
          </p:cNvSpPr>
          <p:nvPr/>
        </p:nvSpPr>
        <p:spPr>
          <a:xfrm>
            <a:off x="4696069" y="2954128"/>
            <a:ext cx="3607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Montserrat" pitchFamily="2" charset="0"/>
                <a:ea typeface="Roboto" panose="02000000000000000000" pitchFamily="2" charset="0"/>
              </a:rPr>
              <a:t>PRODUCT  </a:t>
            </a:r>
            <a:r>
              <a:rPr lang="en-US" altLang="zh-CN" sz="2400" dirty="0">
                <a:latin typeface="Montserrat" pitchFamily="2" charset="0"/>
              </a:rPr>
              <a:t>LIST</a:t>
            </a:r>
            <a:endParaRPr lang="zh-CN" altLang="en-US" sz="2400" dirty="0">
              <a:latin typeface="Montserrat" pitchFamily="2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B62E5C-E027-8181-EC0F-E0402693546C}"/>
              </a:ext>
            </a:extLst>
          </p:cNvPr>
          <p:cNvSpPr txBox="1">
            <a:spLocks/>
          </p:cNvSpPr>
          <p:nvPr/>
        </p:nvSpPr>
        <p:spPr>
          <a:xfrm>
            <a:off x="4696069" y="3809442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Montserrat" pitchFamily="2" charset="0"/>
              </a:rPr>
              <a:t>ATTACHMENTS</a:t>
            </a:r>
            <a:endParaRPr lang="zh-CN" altLang="en-US" sz="2400" dirty="0">
              <a:latin typeface="Montserrat" pitchFamily="2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D185ADF-6ADE-DE83-5CB4-4211896B5239}"/>
              </a:ext>
            </a:extLst>
          </p:cNvPr>
          <p:cNvSpPr txBox="1">
            <a:spLocks/>
          </p:cNvSpPr>
          <p:nvPr/>
        </p:nvSpPr>
        <p:spPr>
          <a:xfrm>
            <a:off x="4696069" y="4664756"/>
            <a:ext cx="3365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Montserrat" pitchFamily="2" charset="0"/>
              </a:rPr>
              <a:t>ORDERING GUIDE</a:t>
            </a:r>
            <a:endParaRPr lang="zh-CN" altLang="en-US" sz="2400" dirty="0">
              <a:latin typeface="Montserrat" pitchFamily="2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C0E7FA0-3082-3ED5-5753-AFB131BAC1DB}"/>
              </a:ext>
            </a:extLst>
          </p:cNvPr>
          <p:cNvSpPr>
            <a:spLocks/>
          </p:cNvSpPr>
          <p:nvPr/>
        </p:nvSpPr>
        <p:spPr>
          <a:xfrm>
            <a:off x="3368256" y="2098815"/>
            <a:ext cx="847376" cy="461665"/>
          </a:xfrm>
          <a:prstGeom prst="roundRect">
            <a:avLst/>
          </a:prstGeom>
          <a:gradFill flip="none" rotWithShape="1">
            <a:gsLst>
              <a:gs pos="100000">
                <a:srgbClr val="FA4500">
                  <a:alpha val="58000"/>
                </a:srgbClr>
              </a:gs>
              <a:gs pos="6000">
                <a:srgbClr val="C00000">
                  <a:alpha val="73000"/>
                  <a:lumMod val="86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7C1C8B-B947-B984-C64B-F1955B9DA39E}"/>
              </a:ext>
            </a:extLst>
          </p:cNvPr>
          <p:cNvSpPr txBox="1">
            <a:spLocks/>
          </p:cNvSpPr>
          <p:nvPr/>
        </p:nvSpPr>
        <p:spPr>
          <a:xfrm>
            <a:off x="3310187" y="2160370"/>
            <a:ext cx="987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PAGE 01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5FDB126C-406D-16BC-58C8-AF249CBFC051}"/>
              </a:ext>
            </a:extLst>
          </p:cNvPr>
          <p:cNvSpPr>
            <a:spLocks/>
          </p:cNvSpPr>
          <p:nvPr/>
        </p:nvSpPr>
        <p:spPr>
          <a:xfrm>
            <a:off x="3368256" y="2954129"/>
            <a:ext cx="847376" cy="461665"/>
          </a:xfrm>
          <a:prstGeom prst="roundRect">
            <a:avLst/>
          </a:prstGeom>
          <a:gradFill flip="none" rotWithShape="1">
            <a:gsLst>
              <a:gs pos="100000">
                <a:srgbClr val="FA4500">
                  <a:alpha val="58000"/>
                </a:srgbClr>
              </a:gs>
              <a:gs pos="6000">
                <a:srgbClr val="C00000">
                  <a:alpha val="73000"/>
                  <a:lumMod val="86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1BEDE4C-1D95-7813-F397-4BA19092FBE4}"/>
              </a:ext>
            </a:extLst>
          </p:cNvPr>
          <p:cNvSpPr txBox="1">
            <a:spLocks/>
          </p:cNvSpPr>
          <p:nvPr/>
        </p:nvSpPr>
        <p:spPr>
          <a:xfrm>
            <a:off x="3310187" y="3015684"/>
            <a:ext cx="987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PAGE 02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F025CE6D-CA27-2BC6-A57E-D7BE56BE339F}"/>
              </a:ext>
            </a:extLst>
          </p:cNvPr>
          <p:cNvSpPr>
            <a:spLocks/>
          </p:cNvSpPr>
          <p:nvPr/>
        </p:nvSpPr>
        <p:spPr>
          <a:xfrm>
            <a:off x="3368256" y="3809443"/>
            <a:ext cx="847376" cy="461665"/>
          </a:xfrm>
          <a:prstGeom prst="roundRect">
            <a:avLst/>
          </a:prstGeom>
          <a:gradFill flip="none" rotWithShape="1">
            <a:gsLst>
              <a:gs pos="100000">
                <a:srgbClr val="FA4500">
                  <a:alpha val="58000"/>
                </a:srgbClr>
              </a:gs>
              <a:gs pos="6000">
                <a:srgbClr val="C00000">
                  <a:alpha val="73000"/>
                  <a:lumMod val="86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E7BBBFC-E981-6EA9-D48F-D0D08F515F19}"/>
              </a:ext>
            </a:extLst>
          </p:cNvPr>
          <p:cNvSpPr txBox="1">
            <a:spLocks/>
          </p:cNvSpPr>
          <p:nvPr/>
        </p:nvSpPr>
        <p:spPr>
          <a:xfrm>
            <a:off x="3310187" y="3870998"/>
            <a:ext cx="987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PAGE 03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6473B317-E604-1F2E-7652-D63189F8978B}"/>
              </a:ext>
            </a:extLst>
          </p:cNvPr>
          <p:cNvSpPr>
            <a:spLocks/>
          </p:cNvSpPr>
          <p:nvPr/>
        </p:nvSpPr>
        <p:spPr>
          <a:xfrm>
            <a:off x="3346541" y="4664758"/>
            <a:ext cx="847376" cy="461665"/>
          </a:xfrm>
          <a:prstGeom prst="roundRect">
            <a:avLst/>
          </a:prstGeom>
          <a:gradFill flip="none" rotWithShape="1">
            <a:gsLst>
              <a:gs pos="100000">
                <a:srgbClr val="FA4500">
                  <a:alpha val="58000"/>
                </a:srgbClr>
              </a:gs>
              <a:gs pos="6000">
                <a:srgbClr val="C00000">
                  <a:alpha val="73000"/>
                  <a:lumMod val="86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8E540C6-E11B-CD30-0BD1-580F72B6C69D}"/>
              </a:ext>
            </a:extLst>
          </p:cNvPr>
          <p:cNvSpPr txBox="1">
            <a:spLocks/>
          </p:cNvSpPr>
          <p:nvPr/>
        </p:nvSpPr>
        <p:spPr>
          <a:xfrm>
            <a:off x="3288472" y="4726313"/>
            <a:ext cx="987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PAGE 04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A5E7DAD5-F84F-E9D9-E3F8-657199F7AEF4}"/>
              </a:ext>
            </a:extLst>
          </p:cNvPr>
          <p:cNvCxnSpPr>
            <a:cxnSpLocks/>
          </p:cNvCxnSpPr>
          <p:nvPr/>
        </p:nvCxnSpPr>
        <p:spPr>
          <a:xfrm>
            <a:off x="4792085" y="2560425"/>
            <a:ext cx="33718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268E1A3F-F09F-5328-C098-7B5546B8C3E4}"/>
              </a:ext>
            </a:extLst>
          </p:cNvPr>
          <p:cNvCxnSpPr>
            <a:cxnSpLocks/>
          </p:cNvCxnSpPr>
          <p:nvPr/>
        </p:nvCxnSpPr>
        <p:spPr>
          <a:xfrm>
            <a:off x="4801610" y="3436725"/>
            <a:ext cx="33718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0F2CBDB4-87DB-D178-FA47-F4B09493073A}"/>
              </a:ext>
            </a:extLst>
          </p:cNvPr>
          <p:cNvCxnSpPr>
            <a:cxnSpLocks/>
          </p:cNvCxnSpPr>
          <p:nvPr/>
        </p:nvCxnSpPr>
        <p:spPr>
          <a:xfrm>
            <a:off x="4792085" y="4271107"/>
            <a:ext cx="33718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02D6E4C3-2D34-39C4-5E17-B775FB2F0DB8}"/>
              </a:ext>
            </a:extLst>
          </p:cNvPr>
          <p:cNvCxnSpPr>
            <a:cxnSpLocks/>
          </p:cNvCxnSpPr>
          <p:nvPr/>
        </p:nvCxnSpPr>
        <p:spPr>
          <a:xfrm>
            <a:off x="4792085" y="5078792"/>
            <a:ext cx="33718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ComponentBackground4">
            <a:extLst>
              <a:ext uri="{FF2B5EF4-FFF2-40B4-BE49-F238E27FC236}">
                <a16:creationId xmlns:a16="http://schemas.microsoft.com/office/drawing/2014/main" id="{C4CFCC8E-A2FE-7A7D-6CBE-543D56269823}"/>
              </a:ext>
            </a:extLst>
          </p:cNvPr>
          <p:cNvSpPr>
            <a:spLocks/>
          </p:cNvSpPr>
          <p:nvPr/>
        </p:nvSpPr>
        <p:spPr>
          <a:xfrm flipH="1">
            <a:off x="4571897" y="4651450"/>
            <a:ext cx="4709632" cy="5388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15000"/>
            </a:schemeClr>
          </a:solidFill>
          <a:ln w="12700">
            <a:noFill/>
          </a:ln>
          <a:effectLst>
            <a:outerShdw blurRad="533400" dist="50800" dir="5400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10" name="ComponentBackground4">
            <a:extLst>
              <a:ext uri="{FF2B5EF4-FFF2-40B4-BE49-F238E27FC236}">
                <a16:creationId xmlns:a16="http://schemas.microsoft.com/office/drawing/2014/main" id="{2454C3F8-9373-C43F-2071-073F7A393035}"/>
              </a:ext>
            </a:extLst>
          </p:cNvPr>
          <p:cNvSpPr>
            <a:spLocks/>
          </p:cNvSpPr>
          <p:nvPr/>
        </p:nvSpPr>
        <p:spPr>
          <a:xfrm flipH="1">
            <a:off x="4571897" y="3825014"/>
            <a:ext cx="4709632" cy="5388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15000"/>
            </a:schemeClr>
          </a:solidFill>
          <a:ln w="12700">
            <a:noFill/>
          </a:ln>
          <a:effectLst>
            <a:outerShdw blurRad="533400" dist="50800" dir="5400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11" name="ComponentBackground4">
            <a:extLst>
              <a:ext uri="{FF2B5EF4-FFF2-40B4-BE49-F238E27FC236}">
                <a16:creationId xmlns:a16="http://schemas.microsoft.com/office/drawing/2014/main" id="{425A4D04-9281-D517-9D89-2E379638355D}"/>
              </a:ext>
            </a:extLst>
          </p:cNvPr>
          <p:cNvSpPr>
            <a:spLocks/>
          </p:cNvSpPr>
          <p:nvPr/>
        </p:nvSpPr>
        <p:spPr>
          <a:xfrm flipH="1">
            <a:off x="4571897" y="2987767"/>
            <a:ext cx="4709632" cy="5388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15000"/>
            </a:schemeClr>
          </a:solidFill>
          <a:ln w="12700">
            <a:noFill/>
          </a:ln>
          <a:effectLst>
            <a:outerShdw blurRad="533400" dist="50800" dir="5400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12" name="ComponentBackground4">
            <a:extLst>
              <a:ext uri="{FF2B5EF4-FFF2-40B4-BE49-F238E27FC236}">
                <a16:creationId xmlns:a16="http://schemas.microsoft.com/office/drawing/2014/main" id="{71BA409C-D542-3B68-3AEC-7212F67F0C54}"/>
              </a:ext>
            </a:extLst>
          </p:cNvPr>
          <p:cNvSpPr>
            <a:spLocks/>
          </p:cNvSpPr>
          <p:nvPr/>
        </p:nvSpPr>
        <p:spPr>
          <a:xfrm flipH="1">
            <a:off x="4571897" y="2095216"/>
            <a:ext cx="4709632" cy="5388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15000"/>
            </a:schemeClr>
          </a:solidFill>
          <a:ln w="12700">
            <a:noFill/>
          </a:ln>
          <a:effectLst>
            <a:outerShdw blurRad="533400" dist="50800" dir="5400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dirty="0">
              <a:sym typeface="Arial" panose="020B0604020202020204" pitchFamily="34" charset="0"/>
            </a:endParaRPr>
          </a:p>
        </p:txBody>
      </p:sp>
      <p:grpSp>
        <p:nvGrpSpPr>
          <p:cNvPr id="16" name="ísļiďê">
            <a:extLst>
              <a:ext uri="{FF2B5EF4-FFF2-40B4-BE49-F238E27FC236}">
                <a16:creationId xmlns:a16="http://schemas.microsoft.com/office/drawing/2014/main" id="{B4271FE7-3B59-EE1A-AACE-8AA6D84A6C77}"/>
              </a:ext>
            </a:extLst>
          </p:cNvPr>
          <p:cNvGrpSpPr/>
          <p:nvPr/>
        </p:nvGrpSpPr>
        <p:grpSpPr>
          <a:xfrm>
            <a:off x="10611705" y="333456"/>
            <a:ext cx="1525266" cy="338555"/>
            <a:chOff x="10289512" y="311393"/>
            <a:chExt cx="1882062" cy="442795"/>
          </a:xfrm>
        </p:grpSpPr>
        <p:pic>
          <p:nvPicPr>
            <p:cNvPr id="25" name="išḷîḍê">
              <a:extLst>
                <a:ext uri="{FF2B5EF4-FFF2-40B4-BE49-F238E27FC236}">
                  <a16:creationId xmlns:a16="http://schemas.microsoft.com/office/drawing/2014/main" id="{FD4F9118-7986-40C3-AFA6-0AA14AA119EB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289512" y="397454"/>
              <a:ext cx="247233" cy="261651"/>
            </a:xfrm>
            <a:prstGeom prst="rect">
              <a:avLst/>
            </a:prstGeom>
          </p:spPr>
        </p:pic>
        <p:sp>
          <p:nvSpPr>
            <p:cNvPr id="34" name="íṥḻiḍé">
              <a:extLst>
                <a:ext uri="{FF2B5EF4-FFF2-40B4-BE49-F238E27FC236}">
                  <a16:creationId xmlns:a16="http://schemas.microsoft.com/office/drawing/2014/main" id="{EB985CFF-E089-AC14-2308-67CF80FF37AC}"/>
                </a:ext>
              </a:extLst>
            </p:cNvPr>
            <p:cNvSpPr txBox="1">
              <a:spLocks/>
            </p:cNvSpPr>
            <p:nvPr/>
          </p:nvSpPr>
          <p:spPr>
            <a:xfrm>
              <a:off x="10439815" y="311393"/>
              <a:ext cx="1731759" cy="442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itchFamily="2" charset="0"/>
                  <a:ea typeface="阿里巴巴普惠体 Light" panose="00020600040101010101" pitchFamily="18" charset="-122"/>
                  <a:cs typeface="阿里巴巴普惠体 Light" panose="00020600040101010101" pitchFamily="18" charset="-122"/>
                </a:rPr>
                <a:t>C&amp;M Crafts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endParaRP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C2D3D0AB-1C79-E056-D431-34C925ECBCB9}"/>
              </a:ext>
            </a:extLst>
          </p:cNvPr>
          <p:cNvSpPr>
            <a:spLocks/>
          </p:cNvSpPr>
          <p:nvPr/>
        </p:nvSpPr>
        <p:spPr>
          <a:xfrm>
            <a:off x="10540146" y="330006"/>
            <a:ext cx="1507660" cy="338555"/>
          </a:xfrm>
          <a:prstGeom prst="rect">
            <a:avLst/>
          </a:prstGeom>
          <a:noFill/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95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50E6BD2-7C29-DF38-710F-E6170324047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19" b="2207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2409688A-D597-EC87-468A-4BEFE72619E9}"/>
              </a:ext>
            </a:extLst>
          </p:cNvPr>
          <p:cNvSpPr>
            <a:spLocks/>
          </p:cNvSpPr>
          <p:nvPr/>
        </p:nvSpPr>
        <p:spPr>
          <a:xfrm>
            <a:off x="7620" y="0"/>
            <a:ext cx="12188952" cy="6858000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CD12359-BE62-80EF-62AD-42972B8FAECA}"/>
              </a:ext>
            </a:extLst>
          </p:cNvPr>
          <p:cNvCxnSpPr>
            <a:cxnSpLocks/>
          </p:cNvCxnSpPr>
          <p:nvPr/>
        </p:nvCxnSpPr>
        <p:spPr>
          <a:xfrm>
            <a:off x="8637436" y="2979420"/>
            <a:ext cx="0" cy="377819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12">
            <a:extLst>
              <a:ext uri="{FF2B5EF4-FFF2-40B4-BE49-F238E27FC236}">
                <a16:creationId xmlns:a16="http://schemas.microsoft.com/office/drawing/2014/main" id="{11782D45-220C-3E77-4CAA-F1D43DE4579A}"/>
              </a:ext>
            </a:extLst>
          </p:cNvPr>
          <p:cNvSpPr txBox="1">
            <a:spLocks/>
          </p:cNvSpPr>
          <p:nvPr/>
        </p:nvSpPr>
        <p:spPr>
          <a:xfrm flipH="1">
            <a:off x="549175" y="4746628"/>
            <a:ext cx="2309364" cy="1215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ea"/>
                <a:cs typeface="Microsoft YaHei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ea typeface="Adobe Gothic Std B" panose="020B0800000000000000" pitchFamily="34" charset="-128"/>
                <a:cs typeface="+mn-ea"/>
                <a:sym typeface="Arial" panose="020B0604020202020204" pitchFamily="34" charset="0"/>
              </a:rPr>
              <a:t>Since 2015</a:t>
            </a:r>
          </a:p>
          <a:p>
            <a:pPr algn="ctr"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Entry into the metal crafts industry and product research.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pitchFamily="2" charset="0"/>
              <a:ea typeface="微软雅黑" panose="020B0503020204020204" pitchFamily="34" charset="-122"/>
              <a:cs typeface="Open Sans" panose="020B0606030504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TextBox 12">
            <a:extLst>
              <a:ext uri="{FF2B5EF4-FFF2-40B4-BE49-F238E27FC236}">
                <a16:creationId xmlns:a16="http://schemas.microsoft.com/office/drawing/2014/main" id="{A17BBFD6-914A-5DD4-407C-78700408AA9F}"/>
              </a:ext>
            </a:extLst>
          </p:cNvPr>
          <p:cNvSpPr txBox="1">
            <a:spLocks/>
          </p:cNvSpPr>
          <p:nvPr/>
        </p:nvSpPr>
        <p:spPr>
          <a:xfrm flipH="1">
            <a:off x="2697507" y="4172272"/>
            <a:ext cx="2098520" cy="1252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ea"/>
                <a:cs typeface="Microsoft YaHei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altLang="zh-CN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ea typeface="Adobe Gothic Std B" panose="020B0800000000000000" pitchFamily="34" charset="-128"/>
                <a:cs typeface="+mn-ea"/>
                <a:sym typeface="Arial" panose="020B0604020202020204" pitchFamily="34" charset="0"/>
              </a:rPr>
              <a:t>2018</a:t>
            </a:r>
          </a:p>
          <a:p>
            <a:pPr algn="ctr"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Commenced OEM manufacturing for regional clients.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pitchFamily="2" charset="0"/>
              <a:ea typeface="微软雅黑" panose="020B0503020204020204" pitchFamily="34" charset="-122"/>
              <a:cs typeface="Open Sans" panose="020B0606030504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9F945349-7A77-0F88-619C-E254D7141497}"/>
              </a:ext>
            </a:extLst>
          </p:cNvPr>
          <p:cNvSpPr txBox="1">
            <a:spLocks/>
          </p:cNvSpPr>
          <p:nvPr/>
        </p:nvSpPr>
        <p:spPr>
          <a:xfrm flipH="1">
            <a:off x="4348210" y="2981574"/>
            <a:ext cx="2800083" cy="1252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ea"/>
                <a:cs typeface="Microsoft YaHei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altLang="zh-CN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ea typeface="Inter" panose="02000503000000020004" pitchFamily="2" charset="0"/>
                <a:cs typeface="+mn-ea"/>
                <a:sym typeface="Arial" panose="020B0604020202020204" pitchFamily="34" charset="0"/>
              </a:rPr>
              <a:t>2022</a:t>
            </a:r>
          </a:p>
          <a:p>
            <a:pPr algn="ctr"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Expansion to in-house production lines for full-process manufacturing.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pitchFamily="2" charset="0"/>
              <a:ea typeface="微软雅黑" panose="020B0503020204020204" pitchFamily="34" charset="-122"/>
              <a:cs typeface="Open Sans" panose="020B0606030504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TextBox 12">
            <a:extLst>
              <a:ext uri="{FF2B5EF4-FFF2-40B4-BE49-F238E27FC236}">
                <a16:creationId xmlns:a16="http://schemas.microsoft.com/office/drawing/2014/main" id="{6BB2F04A-ABCD-4164-DA30-4BBD7126B3AF}"/>
              </a:ext>
            </a:extLst>
          </p:cNvPr>
          <p:cNvSpPr txBox="1">
            <a:spLocks/>
          </p:cNvSpPr>
          <p:nvPr/>
        </p:nvSpPr>
        <p:spPr>
          <a:xfrm flipH="1">
            <a:off x="10161280" y="1870535"/>
            <a:ext cx="1177279" cy="466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ea"/>
                <a:cs typeface="Microsoft YaHei" charset="-122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altLang="zh-CN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ea typeface="Adobe Gothic Std B" panose="020B0800000000000000" pitchFamily="34" charset="-128"/>
                <a:cs typeface="+mn-ea"/>
                <a:sym typeface="Arial" panose="020B0604020202020204" pitchFamily="34" charset="0"/>
              </a:rPr>
              <a:t>Future</a:t>
            </a:r>
            <a:endParaRPr lang="zh-CN" altLang="en-US" sz="2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4D6765B0-3BE4-0CBB-E7B6-4D1FB6856FC3}"/>
              </a:ext>
            </a:extLst>
          </p:cNvPr>
          <p:cNvSpPr>
            <a:spLocks/>
          </p:cNvSpPr>
          <p:nvPr/>
        </p:nvSpPr>
        <p:spPr>
          <a:xfrm>
            <a:off x="4668077" y="4691270"/>
            <a:ext cx="1053217" cy="688782"/>
          </a:xfrm>
          <a:custGeom>
            <a:avLst/>
            <a:gdLst>
              <a:gd name="connsiteX0" fmla="*/ 0 w 957470"/>
              <a:gd name="connsiteY0" fmla="*/ 626165 h 626165"/>
              <a:gd name="connsiteX1" fmla="*/ 16565 w 957470"/>
              <a:gd name="connsiteY1" fmla="*/ 619539 h 626165"/>
              <a:gd name="connsiteX2" fmla="*/ 29818 w 957470"/>
              <a:gd name="connsiteY2" fmla="*/ 609600 h 626165"/>
              <a:gd name="connsiteX3" fmla="*/ 39757 w 957470"/>
              <a:gd name="connsiteY3" fmla="*/ 602973 h 626165"/>
              <a:gd name="connsiteX4" fmla="*/ 66261 w 957470"/>
              <a:gd name="connsiteY4" fmla="*/ 579782 h 626165"/>
              <a:gd name="connsiteX5" fmla="*/ 79513 w 957470"/>
              <a:gd name="connsiteY5" fmla="*/ 576469 h 626165"/>
              <a:gd name="connsiteX6" fmla="*/ 99392 w 957470"/>
              <a:gd name="connsiteY6" fmla="*/ 566530 h 626165"/>
              <a:gd name="connsiteX7" fmla="*/ 109331 w 957470"/>
              <a:gd name="connsiteY7" fmla="*/ 559904 h 626165"/>
              <a:gd name="connsiteX8" fmla="*/ 122583 w 957470"/>
              <a:gd name="connsiteY8" fmla="*/ 553278 h 626165"/>
              <a:gd name="connsiteX9" fmla="*/ 135835 w 957470"/>
              <a:gd name="connsiteY9" fmla="*/ 543339 h 626165"/>
              <a:gd name="connsiteX10" fmla="*/ 159026 w 957470"/>
              <a:gd name="connsiteY10" fmla="*/ 536713 h 626165"/>
              <a:gd name="connsiteX11" fmla="*/ 192157 w 957470"/>
              <a:gd name="connsiteY11" fmla="*/ 513521 h 626165"/>
              <a:gd name="connsiteX12" fmla="*/ 198783 w 957470"/>
              <a:gd name="connsiteY12" fmla="*/ 503582 h 626165"/>
              <a:gd name="connsiteX13" fmla="*/ 221974 w 957470"/>
              <a:gd name="connsiteY13" fmla="*/ 490330 h 626165"/>
              <a:gd name="connsiteX14" fmla="*/ 241852 w 957470"/>
              <a:gd name="connsiteY14" fmla="*/ 477078 h 626165"/>
              <a:gd name="connsiteX15" fmla="*/ 248479 w 957470"/>
              <a:gd name="connsiteY15" fmla="*/ 470452 h 626165"/>
              <a:gd name="connsiteX16" fmla="*/ 261731 w 957470"/>
              <a:gd name="connsiteY16" fmla="*/ 463826 h 626165"/>
              <a:gd name="connsiteX17" fmla="*/ 291548 w 957470"/>
              <a:gd name="connsiteY17" fmla="*/ 447260 h 626165"/>
              <a:gd name="connsiteX18" fmla="*/ 318052 w 957470"/>
              <a:gd name="connsiteY18" fmla="*/ 430695 h 626165"/>
              <a:gd name="connsiteX19" fmla="*/ 331305 w 957470"/>
              <a:gd name="connsiteY19" fmla="*/ 420756 h 626165"/>
              <a:gd name="connsiteX20" fmla="*/ 371061 w 957470"/>
              <a:gd name="connsiteY20" fmla="*/ 394252 h 626165"/>
              <a:gd name="connsiteX21" fmla="*/ 384313 w 957470"/>
              <a:gd name="connsiteY21" fmla="*/ 384313 h 626165"/>
              <a:gd name="connsiteX22" fmla="*/ 407505 w 957470"/>
              <a:gd name="connsiteY22" fmla="*/ 374373 h 626165"/>
              <a:gd name="connsiteX23" fmla="*/ 424070 w 957470"/>
              <a:gd name="connsiteY23" fmla="*/ 364434 h 626165"/>
              <a:gd name="connsiteX24" fmla="*/ 434009 w 957470"/>
              <a:gd name="connsiteY24" fmla="*/ 361121 h 626165"/>
              <a:gd name="connsiteX25" fmla="*/ 460513 w 957470"/>
              <a:gd name="connsiteY25" fmla="*/ 344556 h 626165"/>
              <a:gd name="connsiteX26" fmla="*/ 473765 w 957470"/>
              <a:gd name="connsiteY26" fmla="*/ 337930 h 626165"/>
              <a:gd name="connsiteX27" fmla="*/ 483705 w 957470"/>
              <a:gd name="connsiteY27" fmla="*/ 331304 h 626165"/>
              <a:gd name="connsiteX28" fmla="*/ 496957 w 957470"/>
              <a:gd name="connsiteY28" fmla="*/ 324678 h 626165"/>
              <a:gd name="connsiteX29" fmla="*/ 526774 w 957470"/>
              <a:gd name="connsiteY29" fmla="*/ 308113 h 626165"/>
              <a:gd name="connsiteX30" fmla="*/ 549965 w 957470"/>
              <a:gd name="connsiteY30" fmla="*/ 301487 h 626165"/>
              <a:gd name="connsiteX31" fmla="*/ 596348 w 957470"/>
              <a:gd name="connsiteY31" fmla="*/ 294860 h 626165"/>
              <a:gd name="connsiteX32" fmla="*/ 612913 w 957470"/>
              <a:gd name="connsiteY32" fmla="*/ 288234 h 626165"/>
              <a:gd name="connsiteX33" fmla="*/ 629479 w 957470"/>
              <a:gd name="connsiteY33" fmla="*/ 284921 h 626165"/>
              <a:gd name="connsiteX34" fmla="*/ 662609 w 957470"/>
              <a:gd name="connsiteY34" fmla="*/ 271669 h 626165"/>
              <a:gd name="connsiteX35" fmla="*/ 702365 w 957470"/>
              <a:gd name="connsiteY35" fmla="*/ 241852 h 626165"/>
              <a:gd name="connsiteX36" fmla="*/ 722244 w 957470"/>
              <a:gd name="connsiteY36" fmla="*/ 228600 h 626165"/>
              <a:gd name="connsiteX37" fmla="*/ 735496 w 957470"/>
              <a:gd name="connsiteY37" fmla="*/ 221973 h 626165"/>
              <a:gd name="connsiteX38" fmla="*/ 752061 w 957470"/>
              <a:gd name="connsiteY38" fmla="*/ 205408 h 626165"/>
              <a:gd name="connsiteX39" fmla="*/ 765313 w 957470"/>
              <a:gd name="connsiteY39" fmla="*/ 195469 h 626165"/>
              <a:gd name="connsiteX40" fmla="*/ 785192 w 957470"/>
              <a:gd name="connsiteY40" fmla="*/ 175591 h 626165"/>
              <a:gd name="connsiteX41" fmla="*/ 815009 w 957470"/>
              <a:gd name="connsiteY41" fmla="*/ 135834 h 626165"/>
              <a:gd name="connsiteX42" fmla="*/ 841513 w 957470"/>
              <a:gd name="connsiteY42" fmla="*/ 119269 h 626165"/>
              <a:gd name="connsiteX43" fmla="*/ 871331 w 957470"/>
              <a:gd name="connsiteY43" fmla="*/ 92765 h 626165"/>
              <a:gd name="connsiteX44" fmla="*/ 897835 w 957470"/>
              <a:gd name="connsiteY44" fmla="*/ 66260 h 626165"/>
              <a:gd name="connsiteX45" fmla="*/ 924339 w 957470"/>
              <a:gd name="connsiteY45" fmla="*/ 46382 h 626165"/>
              <a:gd name="connsiteX46" fmla="*/ 937592 w 957470"/>
              <a:gd name="connsiteY46" fmla="*/ 36443 h 626165"/>
              <a:gd name="connsiteX47" fmla="*/ 950844 w 957470"/>
              <a:gd name="connsiteY47" fmla="*/ 9939 h 626165"/>
              <a:gd name="connsiteX48" fmla="*/ 957470 w 957470"/>
              <a:gd name="connsiteY48" fmla="*/ 0 h 626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957470" h="626165">
                <a:moveTo>
                  <a:pt x="0" y="626165"/>
                </a:moveTo>
                <a:cubicBezTo>
                  <a:pt x="5522" y="623956"/>
                  <a:pt x="11366" y="622427"/>
                  <a:pt x="16565" y="619539"/>
                </a:cubicBezTo>
                <a:cubicBezTo>
                  <a:pt x="21392" y="616857"/>
                  <a:pt x="25325" y="612810"/>
                  <a:pt x="29818" y="609600"/>
                </a:cubicBezTo>
                <a:cubicBezTo>
                  <a:pt x="33058" y="607286"/>
                  <a:pt x="36698" y="605522"/>
                  <a:pt x="39757" y="602973"/>
                </a:cubicBezTo>
                <a:cubicBezTo>
                  <a:pt x="51865" y="592882"/>
                  <a:pt x="50310" y="588644"/>
                  <a:pt x="66261" y="579782"/>
                </a:cubicBezTo>
                <a:cubicBezTo>
                  <a:pt x="70241" y="577571"/>
                  <a:pt x="75285" y="578160"/>
                  <a:pt x="79513" y="576469"/>
                </a:cubicBezTo>
                <a:cubicBezTo>
                  <a:pt x="86392" y="573718"/>
                  <a:pt x="92916" y="570128"/>
                  <a:pt x="99392" y="566530"/>
                </a:cubicBezTo>
                <a:cubicBezTo>
                  <a:pt x="102873" y="564596"/>
                  <a:pt x="105874" y="561879"/>
                  <a:pt x="109331" y="559904"/>
                </a:cubicBezTo>
                <a:cubicBezTo>
                  <a:pt x="113619" y="557454"/>
                  <a:pt x="118395" y="555896"/>
                  <a:pt x="122583" y="553278"/>
                </a:cubicBezTo>
                <a:cubicBezTo>
                  <a:pt x="127265" y="550352"/>
                  <a:pt x="130808" y="545624"/>
                  <a:pt x="135835" y="543339"/>
                </a:cubicBezTo>
                <a:cubicBezTo>
                  <a:pt x="143154" y="540012"/>
                  <a:pt x="151296" y="538922"/>
                  <a:pt x="159026" y="536713"/>
                </a:cubicBezTo>
                <a:cubicBezTo>
                  <a:pt x="170070" y="528982"/>
                  <a:pt x="184679" y="524738"/>
                  <a:pt x="192157" y="513521"/>
                </a:cubicBezTo>
                <a:cubicBezTo>
                  <a:pt x="194366" y="510208"/>
                  <a:pt x="195640" y="506027"/>
                  <a:pt x="198783" y="503582"/>
                </a:cubicBezTo>
                <a:cubicBezTo>
                  <a:pt x="205811" y="498116"/>
                  <a:pt x="214391" y="494996"/>
                  <a:pt x="221974" y="490330"/>
                </a:cubicBezTo>
                <a:cubicBezTo>
                  <a:pt x="228756" y="486156"/>
                  <a:pt x="235481" y="481856"/>
                  <a:pt x="241852" y="477078"/>
                </a:cubicBezTo>
                <a:cubicBezTo>
                  <a:pt x="244351" y="475204"/>
                  <a:pt x="245880" y="472185"/>
                  <a:pt x="248479" y="470452"/>
                </a:cubicBezTo>
                <a:cubicBezTo>
                  <a:pt x="252588" y="467713"/>
                  <a:pt x="257543" y="466444"/>
                  <a:pt x="261731" y="463826"/>
                </a:cubicBezTo>
                <a:cubicBezTo>
                  <a:pt x="289749" y="446315"/>
                  <a:pt x="259077" y="460250"/>
                  <a:pt x="291548" y="447260"/>
                </a:cubicBezTo>
                <a:cubicBezTo>
                  <a:pt x="311458" y="427350"/>
                  <a:pt x="289818" y="446380"/>
                  <a:pt x="318052" y="430695"/>
                </a:cubicBezTo>
                <a:cubicBezTo>
                  <a:pt x="322879" y="428013"/>
                  <a:pt x="326755" y="423884"/>
                  <a:pt x="331305" y="420756"/>
                </a:cubicBezTo>
                <a:cubicBezTo>
                  <a:pt x="344430" y="411733"/>
                  <a:pt x="358319" y="403808"/>
                  <a:pt x="371061" y="394252"/>
                </a:cubicBezTo>
                <a:cubicBezTo>
                  <a:pt x="375478" y="390939"/>
                  <a:pt x="379466" y="386957"/>
                  <a:pt x="384313" y="384313"/>
                </a:cubicBezTo>
                <a:cubicBezTo>
                  <a:pt x="391697" y="380285"/>
                  <a:pt x="399982" y="378134"/>
                  <a:pt x="407505" y="374373"/>
                </a:cubicBezTo>
                <a:cubicBezTo>
                  <a:pt x="413264" y="371493"/>
                  <a:pt x="418311" y="367314"/>
                  <a:pt x="424070" y="364434"/>
                </a:cubicBezTo>
                <a:cubicBezTo>
                  <a:pt x="427194" y="362872"/>
                  <a:pt x="430799" y="362497"/>
                  <a:pt x="434009" y="361121"/>
                </a:cubicBezTo>
                <a:cubicBezTo>
                  <a:pt x="455377" y="351963"/>
                  <a:pt x="439758" y="357528"/>
                  <a:pt x="460513" y="344556"/>
                </a:cubicBezTo>
                <a:cubicBezTo>
                  <a:pt x="464701" y="341938"/>
                  <a:pt x="469477" y="340380"/>
                  <a:pt x="473765" y="337930"/>
                </a:cubicBezTo>
                <a:cubicBezTo>
                  <a:pt x="477222" y="335954"/>
                  <a:pt x="480248" y="333280"/>
                  <a:pt x="483705" y="331304"/>
                </a:cubicBezTo>
                <a:cubicBezTo>
                  <a:pt x="487993" y="328854"/>
                  <a:pt x="492609" y="327019"/>
                  <a:pt x="496957" y="324678"/>
                </a:cubicBezTo>
                <a:cubicBezTo>
                  <a:pt x="506968" y="319288"/>
                  <a:pt x="516357" y="312670"/>
                  <a:pt x="526774" y="308113"/>
                </a:cubicBezTo>
                <a:cubicBezTo>
                  <a:pt x="534140" y="304891"/>
                  <a:pt x="542131" y="303295"/>
                  <a:pt x="549965" y="301487"/>
                </a:cubicBezTo>
                <a:cubicBezTo>
                  <a:pt x="561265" y="298879"/>
                  <a:pt x="586187" y="296130"/>
                  <a:pt x="596348" y="294860"/>
                </a:cubicBezTo>
                <a:cubicBezTo>
                  <a:pt x="601870" y="292651"/>
                  <a:pt x="607217" y="289943"/>
                  <a:pt x="612913" y="288234"/>
                </a:cubicBezTo>
                <a:cubicBezTo>
                  <a:pt x="618307" y="286616"/>
                  <a:pt x="624016" y="286287"/>
                  <a:pt x="629479" y="284921"/>
                </a:cubicBezTo>
                <a:cubicBezTo>
                  <a:pt x="637651" y="282878"/>
                  <a:pt x="659678" y="273520"/>
                  <a:pt x="662609" y="271669"/>
                </a:cubicBezTo>
                <a:cubicBezTo>
                  <a:pt x="676615" y="262823"/>
                  <a:pt x="688582" y="251040"/>
                  <a:pt x="702365" y="241852"/>
                </a:cubicBezTo>
                <a:cubicBezTo>
                  <a:pt x="708991" y="237435"/>
                  <a:pt x="715121" y="232162"/>
                  <a:pt x="722244" y="228600"/>
                </a:cubicBezTo>
                <a:cubicBezTo>
                  <a:pt x="726661" y="226391"/>
                  <a:pt x="731598" y="225005"/>
                  <a:pt x="735496" y="221973"/>
                </a:cubicBezTo>
                <a:cubicBezTo>
                  <a:pt x="741660" y="217179"/>
                  <a:pt x="746225" y="210596"/>
                  <a:pt x="752061" y="205408"/>
                </a:cubicBezTo>
                <a:cubicBezTo>
                  <a:pt x="756188" y="201740"/>
                  <a:pt x="761209" y="199163"/>
                  <a:pt x="765313" y="195469"/>
                </a:cubicBezTo>
                <a:cubicBezTo>
                  <a:pt x="772278" y="189200"/>
                  <a:pt x="780371" y="183626"/>
                  <a:pt x="785192" y="175591"/>
                </a:cubicBezTo>
                <a:cubicBezTo>
                  <a:pt x="793748" y="161331"/>
                  <a:pt x="801317" y="146103"/>
                  <a:pt x="815009" y="135834"/>
                </a:cubicBezTo>
                <a:cubicBezTo>
                  <a:pt x="823344" y="129583"/>
                  <a:pt x="834146" y="126636"/>
                  <a:pt x="841513" y="119269"/>
                </a:cubicBezTo>
                <a:cubicBezTo>
                  <a:pt x="890089" y="70693"/>
                  <a:pt x="815561" y="144245"/>
                  <a:pt x="871331" y="92765"/>
                </a:cubicBezTo>
                <a:cubicBezTo>
                  <a:pt x="880512" y="84290"/>
                  <a:pt x="887840" y="73757"/>
                  <a:pt x="897835" y="66260"/>
                </a:cubicBezTo>
                <a:lnTo>
                  <a:pt x="924339" y="46382"/>
                </a:lnTo>
                <a:lnTo>
                  <a:pt x="937592" y="36443"/>
                </a:lnTo>
                <a:cubicBezTo>
                  <a:pt x="952943" y="13416"/>
                  <a:pt x="934634" y="42358"/>
                  <a:pt x="950844" y="9939"/>
                </a:cubicBezTo>
                <a:cubicBezTo>
                  <a:pt x="952625" y="6378"/>
                  <a:pt x="957470" y="0"/>
                  <a:pt x="957470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71602BF4-D8EE-5D6B-05B4-D4B6DAFED950}"/>
              </a:ext>
            </a:extLst>
          </p:cNvPr>
          <p:cNvSpPr>
            <a:spLocks/>
          </p:cNvSpPr>
          <p:nvPr/>
        </p:nvSpPr>
        <p:spPr>
          <a:xfrm>
            <a:off x="3291841" y="5369718"/>
            <a:ext cx="1374456" cy="825342"/>
          </a:xfrm>
          <a:custGeom>
            <a:avLst/>
            <a:gdLst>
              <a:gd name="connsiteX0" fmla="*/ 0 w 1161615"/>
              <a:gd name="connsiteY0" fmla="*/ 717818 h 717818"/>
              <a:gd name="connsiteX1" fmla="*/ 17871 w 1161615"/>
              <a:gd name="connsiteY1" fmla="*/ 714840 h 717818"/>
              <a:gd name="connsiteX2" fmla="*/ 47656 w 1161615"/>
              <a:gd name="connsiteY2" fmla="*/ 699947 h 717818"/>
              <a:gd name="connsiteX3" fmla="*/ 56591 w 1161615"/>
              <a:gd name="connsiteY3" fmla="*/ 693990 h 717818"/>
              <a:gd name="connsiteX4" fmla="*/ 71484 w 1161615"/>
              <a:gd name="connsiteY4" fmla="*/ 688033 h 717818"/>
              <a:gd name="connsiteX5" fmla="*/ 89355 w 1161615"/>
              <a:gd name="connsiteY5" fmla="*/ 676119 h 717818"/>
              <a:gd name="connsiteX6" fmla="*/ 116161 w 1161615"/>
              <a:gd name="connsiteY6" fmla="*/ 667184 h 717818"/>
              <a:gd name="connsiteX7" fmla="*/ 139989 w 1161615"/>
              <a:gd name="connsiteY7" fmla="*/ 652291 h 717818"/>
              <a:gd name="connsiteX8" fmla="*/ 151903 w 1161615"/>
              <a:gd name="connsiteY8" fmla="*/ 646334 h 717818"/>
              <a:gd name="connsiteX9" fmla="*/ 160839 w 1161615"/>
              <a:gd name="connsiteY9" fmla="*/ 640377 h 717818"/>
              <a:gd name="connsiteX10" fmla="*/ 175731 w 1161615"/>
              <a:gd name="connsiteY10" fmla="*/ 634420 h 717818"/>
              <a:gd name="connsiteX11" fmla="*/ 184667 w 1161615"/>
              <a:gd name="connsiteY11" fmla="*/ 631442 h 717818"/>
              <a:gd name="connsiteX12" fmla="*/ 223387 w 1161615"/>
              <a:gd name="connsiteY12" fmla="*/ 607614 h 717818"/>
              <a:gd name="connsiteX13" fmla="*/ 238280 w 1161615"/>
              <a:gd name="connsiteY13" fmla="*/ 598678 h 717818"/>
              <a:gd name="connsiteX14" fmla="*/ 250194 w 1161615"/>
              <a:gd name="connsiteY14" fmla="*/ 577829 h 717818"/>
              <a:gd name="connsiteX15" fmla="*/ 256151 w 1161615"/>
              <a:gd name="connsiteY15" fmla="*/ 565915 h 717818"/>
              <a:gd name="connsiteX16" fmla="*/ 265086 w 1161615"/>
              <a:gd name="connsiteY16" fmla="*/ 559958 h 717818"/>
              <a:gd name="connsiteX17" fmla="*/ 277000 w 1161615"/>
              <a:gd name="connsiteY17" fmla="*/ 542087 h 717818"/>
              <a:gd name="connsiteX18" fmla="*/ 282957 w 1161615"/>
              <a:gd name="connsiteY18" fmla="*/ 530173 h 717818"/>
              <a:gd name="connsiteX19" fmla="*/ 291893 w 1161615"/>
              <a:gd name="connsiteY19" fmla="*/ 518259 h 717818"/>
              <a:gd name="connsiteX20" fmla="*/ 300828 w 1161615"/>
              <a:gd name="connsiteY20" fmla="*/ 503366 h 717818"/>
              <a:gd name="connsiteX21" fmla="*/ 327635 w 1161615"/>
              <a:gd name="connsiteY21" fmla="*/ 470603 h 717818"/>
              <a:gd name="connsiteX22" fmla="*/ 336570 w 1161615"/>
              <a:gd name="connsiteY22" fmla="*/ 461667 h 717818"/>
              <a:gd name="connsiteX23" fmla="*/ 342527 w 1161615"/>
              <a:gd name="connsiteY23" fmla="*/ 452732 h 717818"/>
              <a:gd name="connsiteX24" fmla="*/ 372312 w 1161615"/>
              <a:gd name="connsiteY24" fmla="*/ 437839 h 717818"/>
              <a:gd name="connsiteX25" fmla="*/ 408054 w 1161615"/>
              <a:gd name="connsiteY25" fmla="*/ 425925 h 717818"/>
              <a:gd name="connsiteX26" fmla="*/ 473581 w 1161615"/>
              <a:gd name="connsiteY26" fmla="*/ 416990 h 717818"/>
              <a:gd name="connsiteX27" fmla="*/ 533151 w 1161615"/>
              <a:gd name="connsiteY27" fmla="*/ 408054 h 717818"/>
              <a:gd name="connsiteX28" fmla="*/ 559958 w 1161615"/>
              <a:gd name="connsiteY28" fmla="*/ 390183 h 717818"/>
              <a:gd name="connsiteX29" fmla="*/ 580807 w 1161615"/>
              <a:gd name="connsiteY29" fmla="*/ 381248 h 717818"/>
              <a:gd name="connsiteX30" fmla="*/ 589743 w 1161615"/>
              <a:gd name="connsiteY30" fmla="*/ 372312 h 717818"/>
              <a:gd name="connsiteX31" fmla="*/ 604635 w 1161615"/>
              <a:gd name="connsiteY31" fmla="*/ 354441 h 717818"/>
              <a:gd name="connsiteX32" fmla="*/ 628463 w 1161615"/>
              <a:gd name="connsiteY32" fmla="*/ 339549 h 717818"/>
              <a:gd name="connsiteX33" fmla="*/ 658248 w 1161615"/>
              <a:gd name="connsiteY33" fmla="*/ 309764 h 717818"/>
              <a:gd name="connsiteX34" fmla="*/ 670162 w 1161615"/>
              <a:gd name="connsiteY34" fmla="*/ 294871 h 717818"/>
              <a:gd name="connsiteX35" fmla="*/ 723775 w 1161615"/>
              <a:gd name="connsiteY35" fmla="*/ 288914 h 717818"/>
              <a:gd name="connsiteX36" fmla="*/ 774410 w 1161615"/>
              <a:gd name="connsiteY36" fmla="*/ 262108 h 717818"/>
              <a:gd name="connsiteX37" fmla="*/ 783346 w 1161615"/>
              <a:gd name="connsiteY37" fmla="*/ 253172 h 717818"/>
              <a:gd name="connsiteX38" fmla="*/ 813131 w 1161615"/>
              <a:gd name="connsiteY38" fmla="*/ 232323 h 717818"/>
              <a:gd name="connsiteX39" fmla="*/ 845894 w 1161615"/>
              <a:gd name="connsiteY39" fmla="*/ 223387 h 717818"/>
              <a:gd name="connsiteX40" fmla="*/ 914400 w 1161615"/>
              <a:gd name="connsiteY40" fmla="*/ 217430 h 717818"/>
              <a:gd name="connsiteX41" fmla="*/ 932271 w 1161615"/>
              <a:gd name="connsiteY41" fmla="*/ 211473 h 717818"/>
              <a:gd name="connsiteX42" fmla="*/ 947163 w 1161615"/>
              <a:gd name="connsiteY42" fmla="*/ 205516 h 717818"/>
              <a:gd name="connsiteX43" fmla="*/ 985884 w 1161615"/>
              <a:gd name="connsiteY43" fmla="*/ 193602 h 717818"/>
              <a:gd name="connsiteX44" fmla="*/ 1045454 w 1161615"/>
              <a:gd name="connsiteY44" fmla="*/ 157860 h 717818"/>
              <a:gd name="connsiteX45" fmla="*/ 1069282 w 1161615"/>
              <a:gd name="connsiteY45" fmla="*/ 137011 h 717818"/>
              <a:gd name="connsiteX46" fmla="*/ 1119916 w 1161615"/>
              <a:gd name="connsiteY46" fmla="*/ 98290 h 717818"/>
              <a:gd name="connsiteX47" fmla="*/ 1149701 w 1161615"/>
              <a:gd name="connsiteY47" fmla="*/ 62548 h 717818"/>
              <a:gd name="connsiteX48" fmla="*/ 1161615 w 1161615"/>
              <a:gd name="connsiteY48" fmla="*/ 32763 h 717818"/>
              <a:gd name="connsiteX49" fmla="*/ 1161615 w 1161615"/>
              <a:gd name="connsiteY49" fmla="*/ 0 h 717818"/>
              <a:gd name="connsiteX0" fmla="*/ 0 w 1190490"/>
              <a:gd name="connsiteY0" fmla="*/ 688597 h 688597"/>
              <a:gd name="connsiteX1" fmla="*/ 17871 w 1190490"/>
              <a:gd name="connsiteY1" fmla="*/ 685619 h 688597"/>
              <a:gd name="connsiteX2" fmla="*/ 47656 w 1190490"/>
              <a:gd name="connsiteY2" fmla="*/ 670726 h 688597"/>
              <a:gd name="connsiteX3" fmla="*/ 56591 w 1190490"/>
              <a:gd name="connsiteY3" fmla="*/ 664769 h 688597"/>
              <a:gd name="connsiteX4" fmla="*/ 71484 w 1190490"/>
              <a:gd name="connsiteY4" fmla="*/ 658812 h 688597"/>
              <a:gd name="connsiteX5" fmla="*/ 89355 w 1190490"/>
              <a:gd name="connsiteY5" fmla="*/ 646898 h 688597"/>
              <a:gd name="connsiteX6" fmla="*/ 116161 w 1190490"/>
              <a:gd name="connsiteY6" fmla="*/ 637963 h 688597"/>
              <a:gd name="connsiteX7" fmla="*/ 139989 w 1190490"/>
              <a:gd name="connsiteY7" fmla="*/ 623070 h 688597"/>
              <a:gd name="connsiteX8" fmla="*/ 151903 w 1190490"/>
              <a:gd name="connsiteY8" fmla="*/ 617113 h 688597"/>
              <a:gd name="connsiteX9" fmla="*/ 160839 w 1190490"/>
              <a:gd name="connsiteY9" fmla="*/ 611156 h 688597"/>
              <a:gd name="connsiteX10" fmla="*/ 175731 w 1190490"/>
              <a:gd name="connsiteY10" fmla="*/ 605199 h 688597"/>
              <a:gd name="connsiteX11" fmla="*/ 184667 w 1190490"/>
              <a:gd name="connsiteY11" fmla="*/ 602221 h 688597"/>
              <a:gd name="connsiteX12" fmla="*/ 223387 w 1190490"/>
              <a:gd name="connsiteY12" fmla="*/ 578393 h 688597"/>
              <a:gd name="connsiteX13" fmla="*/ 238280 w 1190490"/>
              <a:gd name="connsiteY13" fmla="*/ 569457 h 688597"/>
              <a:gd name="connsiteX14" fmla="*/ 250194 w 1190490"/>
              <a:gd name="connsiteY14" fmla="*/ 548608 h 688597"/>
              <a:gd name="connsiteX15" fmla="*/ 256151 w 1190490"/>
              <a:gd name="connsiteY15" fmla="*/ 536694 h 688597"/>
              <a:gd name="connsiteX16" fmla="*/ 265086 w 1190490"/>
              <a:gd name="connsiteY16" fmla="*/ 530737 h 688597"/>
              <a:gd name="connsiteX17" fmla="*/ 277000 w 1190490"/>
              <a:gd name="connsiteY17" fmla="*/ 512866 h 688597"/>
              <a:gd name="connsiteX18" fmla="*/ 282957 w 1190490"/>
              <a:gd name="connsiteY18" fmla="*/ 500952 h 688597"/>
              <a:gd name="connsiteX19" fmla="*/ 291893 w 1190490"/>
              <a:gd name="connsiteY19" fmla="*/ 489038 h 688597"/>
              <a:gd name="connsiteX20" fmla="*/ 300828 w 1190490"/>
              <a:gd name="connsiteY20" fmla="*/ 474145 h 688597"/>
              <a:gd name="connsiteX21" fmla="*/ 327635 w 1190490"/>
              <a:gd name="connsiteY21" fmla="*/ 441382 h 688597"/>
              <a:gd name="connsiteX22" fmla="*/ 336570 w 1190490"/>
              <a:gd name="connsiteY22" fmla="*/ 432446 h 688597"/>
              <a:gd name="connsiteX23" fmla="*/ 342527 w 1190490"/>
              <a:gd name="connsiteY23" fmla="*/ 423511 h 688597"/>
              <a:gd name="connsiteX24" fmla="*/ 372312 w 1190490"/>
              <a:gd name="connsiteY24" fmla="*/ 408618 h 688597"/>
              <a:gd name="connsiteX25" fmla="*/ 408054 w 1190490"/>
              <a:gd name="connsiteY25" fmla="*/ 396704 h 688597"/>
              <a:gd name="connsiteX26" fmla="*/ 473581 w 1190490"/>
              <a:gd name="connsiteY26" fmla="*/ 387769 h 688597"/>
              <a:gd name="connsiteX27" fmla="*/ 533151 w 1190490"/>
              <a:gd name="connsiteY27" fmla="*/ 378833 h 688597"/>
              <a:gd name="connsiteX28" fmla="*/ 559958 w 1190490"/>
              <a:gd name="connsiteY28" fmla="*/ 360962 h 688597"/>
              <a:gd name="connsiteX29" fmla="*/ 580807 w 1190490"/>
              <a:gd name="connsiteY29" fmla="*/ 352027 h 688597"/>
              <a:gd name="connsiteX30" fmla="*/ 589743 w 1190490"/>
              <a:gd name="connsiteY30" fmla="*/ 343091 h 688597"/>
              <a:gd name="connsiteX31" fmla="*/ 604635 w 1190490"/>
              <a:gd name="connsiteY31" fmla="*/ 325220 h 688597"/>
              <a:gd name="connsiteX32" fmla="*/ 628463 w 1190490"/>
              <a:gd name="connsiteY32" fmla="*/ 310328 h 688597"/>
              <a:gd name="connsiteX33" fmla="*/ 658248 w 1190490"/>
              <a:gd name="connsiteY33" fmla="*/ 280543 h 688597"/>
              <a:gd name="connsiteX34" fmla="*/ 670162 w 1190490"/>
              <a:gd name="connsiteY34" fmla="*/ 265650 h 688597"/>
              <a:gd name="connsiteX35" fmla="*/ 723775 w 1190490"/>
              <a:gd name="connsiteY35" fmla="*/ 259693 h 688597"/>
              <a:gd name="connsiteX36" fmla="*/ 774410 w 1190490"/>
              <a:gd name="connsiteY36" fmla="*/ 232887 h 688597"/>
              <a:gd name="connsiteX37" fmla="*/ 783346 w 1190490"/>
              <a:gd name="connsiteY37" fmla="*/ 223951 h 688597"/>
              <a:gd name="connsiteX38" fmla="*/ 813131 w 1190490"/>
              <a:gd name="connsiteY38" fmla="*/ 203102 h 688597"/>
              <a:gd name="connsiteX39" fmla="*/ 845894 w 1190490"/>
              <a:gd name="connsiteY39" fmla="*/ 194166 h 688597"/>
              <a:gd name="connsiteX40" fmla="*/ 914400 w 1190490"/>
              <a:gd name="connsiteY40" fmla="*/ 188209 h 688597"/>
              <a:gd name="connsiteX41" fmla="*/ 932271 w 1190490"/>
              <a:gd name="connsiteY41" fmla="*/ 182252 h 688597"/>
              <a:gd name="connsiteX42" fmla="*/ 947163 w 1190490"/>
              <a:gd name="connsiteY42" fmla="*/ 176295 h 688597"/>
              <a:gd name="connsiteX43" fmla="*/ 985884 w 1190490"/>
              <a:gd name="connsiteY43" fmla="*/ 164381 h 688597"/>
              <a:gd name="connsiteX44" fmla="*/ 1045454 w 1190490"/>
              <a:gd name="connsiteY44" fmla="*/ 128639 h 688597"/>
              <a:gd name="connsiteX45" fmla="*/ 1069282 w 1190490"/>
              <a:gd name="connsiteY45" fmla="*/ 107790 h 688597"/>
              <a:gd name="connsiteX46" fmla="*/ 1119916 w 1190490"/>
              <a:gd name="connsiteY46" fmla="*/ 69069 h 688597"/>
              <a:gd name="connsiteX47" fmla="*/ 1149701 w 1190490"/>
              <a:gd name="connsiteY47" fmla="*/ 33327 h 688597"/>
              <a:gd name="connsiteX48" fmla="*/ 1161615 w 1190490"/>
              <a:gd name="connsiteY48" fmla="*/ 3542 h 688597"/>
              <a:gd name="connsiteX49" fmla="*/ 1190490 w 1190490"/>
              <a:gd name="connsiteY49" fmla="*/ 555 h 688597"/>
              <a:gd name="connsiteX0" fmla="*/ 0 w 1190490"/>
              <a:gd name="connsiteY0" fmla="*/ 688042 h 688042"/>
              <a:gd name="connsiteX1" fmla="*/ 17871 w 1190490"/>
              <a:gd name="connsiteY1" fmla="*/ 685064 h 688042"/>
              <a:gd name="connsiteX2" fmla="*/ 47656 w 1190490"/>
              <a:gd name="connsiteY2" fmla="*/ 670171 h 688042"/>
              <a:gd name="connsiteX3" fmla="*/ 56591 w 1190490"/>
              <a:gd name="connsiteY3" fmla="*/ 664214 h 688042"/>
              <a:gd name="connsiteX4" fmla="*/ 71484 w 1190490"/>
              <a:gd name="connsiteY4" fmla="*/ 658257 h 688042"/>
              <a:gd name="connsiteX5" fmla="*/ 89355 w 1190490"/>
              <a:gd name="connsiteY5" fmla="*/ 646343 h 688042"/>
              <a:gd name="connsiteX6" fmla="*/ 116161 w 1190490"/>
              <a:gd name="connsiteY6" fmla="*/ 637408 h 688042"/>
              <a:gd name="connsiteX7" fmla="*/ 139989 w 1190490"/>
              <a:gd name="connsiteY7" fmla="*/ 622515 h 688042"/>
              <a:gd name="connsiteX8" fmla="*/ 151903 w 1190490"/>
              <a:gd name="connsiteY8" fmla="*/ 616558 h 688042"/>
              <a:gd name="connsiteX9" fmla="*/ 160839 w 1190490"/>
              <a:gd name="connsiteY9" fmla="*/ 610601 h 688042"/>
              <a:gd name="connsiteX10" fmla="*/ 175731 w 1190490"/>
              <a:gd name="connsiteY10" fmla="*/ 604644 h 688042"/>
              <a:gd name="connsiteX11" fmla="*/ 184667 w 1190490"/>
              <a:gd name="connsiteY11" fmla="*/ 601666 h 688042"/>
              <a:gd name="connsiteX12" fmla="*/ 223387 w 1190490"/>
              <a:gd name="connsiteY12" fmla="*/ 577838 h 688042"/>
              <a:gd name="connsiteX13" fmla="*/ 238280 w 1190490"/>
              <a:gd name="connsiteY13" fmla="*/ 568902 h 688042"/>
              <a:gd name="connsiteX14" fmla="*/ 250194 w 1190490"/>
              <a:gd name="connsiteY14" fmla="*/ 548053 h 688042"/>
              <a:gd name="connsiteX15" fmla="*/ 256151 w 1190490"/>
              <a:gd name="connsiteY15" fmla="*/ 536139 h 688042"/>
              <a:gd name="connsiteX16" fmla="*/ 265086 w 1190490"/>
              <a:gd name="connsiteY16" fmla="*/ 530182 h 688042"/>
              <a:gd name="connsiteX17" fmla="*/ 277000 w 1190490"/>
              <a:gd name="connsiteY17" fmla="*/ 512311 h 688042"/>
              <a:gd name="connsiteX18" fmla="*/ 282957 w 1190490"/>
              <a:gd name="connsiteY18" fmla="*/ 500397 h 688042"/>
              <a:gd name="connsiteX19" fmla="*/ 291893 w 1190490"/>
              <a:gd name="connsiteY19" fmla="*/ 488483 h 688042"/>
              <a:gd name="connsiteX20" fmla="*/ 300828 w 1190490"/>
              <a:gd name="connsiteY20" fmla="*/ 473590 h 688042"/>
              <a:gd name="connsiteX21" fmla="*/ 327635 w 1190490"/>
              <a:gd name="connsiteY21" fmla="*/ 440827 h 688042"/>
              <a:gd name="connsiteX22" fmla="*/ 336570 w 1190490"/>
              <a:gd name="connsiteY22" fmla="*/ 431891 h 688042"/>
              <a:gd name="connsiteX23" fmla="*/ 342527 w 1190490"/>
              <a:gd name="connsiteY23" fmla="*/ 422956 h 688042"/>
              <a:gd name="connsiteX24" fmla="*/ 372312 w 1190490"/>
              <a:gd name="connsiteY24" fmla="*/ 408063 h 688042"/>
              <a:gd name="connsiteX25" fmla="*/ 408054 w 1190490"/>
              <a:gd name="connsiteY25" fmla="*/ 396149 h 688042"/>
              <a:gd name="connsiteX26" fmla="*/ 473581 w 1190490"/>
              <a:gd name="connsiteY26" fmla="*/ 387214 h 688042"/>
              <a:gd name="connsiteX27" fmla="*/ 533151 w 1190490"/>
              <a:gd name="connsiteY27" fmla="*/ 378278 h 688042"/>
              <a:gd name="connsiteX28" fmla="*/ 559958 w 1190490"/>
              <a:gd name="connsiteY28" fmla="*/ 360407 h 688042"/>
              <a:gd name="connsiteX29" fmla="*/ 580807 w 1190490"/>
              <a:gd name="connsiteY29" fmla="*/ 351472 h 688042"/>
              <a:gd name="connsiteX30" fmla="*/ 589743 w 1190490"/>
              <a:gd name="connsiteY30" fmla="*/ 342536 h 688042"/>
              <a:gd name="connsiteX31" fmla="*/ 604635 w 1190490"/>
              <a:gd name="connsiteY31" fmla="*/ 324665 h 688042"/>
              <a:gd name="connsiteX32" fmla="*/ 628463 w 1190490"/>
              <a:gd name="connsiteY32" fmla="*/ 309773 h 688042"/>
              <a:gd name="connsiteX33" fmla="*/ 658248 w 1190490"/>
              <a:gd name="connsiteY33" fmla="*/ 279988 h 688042"/>
              <a:gd name="connsiteX34" fmla="*/ 670162 w 1190490"/>
              <a:gd name="connsiteY34" fmla="*/ 265095 h 688042"/>
              <a:gd name="connsiteX35" fmla="*/ 723775 w 1190490"/>
              <a:gd name="connsiteY35" fmla="*/ 259138 h 688042"/>
              <a:gd name="connsiteX36" fmla="*/ 774410 w 1190490"/>
              <a:gd name="connsiteY36" fmla="*/ 232332 h 688042"/>
              <a:gd name="connsiteX37" fmla="*/ 783346 w 1190490"/>
              <a:gd name="connsiteY37" fmla="*/ 223396 h 688042"/>
              <a:gd name="connsiteX38" fmla="*/ 813131 w 1190490"/>
              <a:gd name="connsiteY38" fmla="*/ 202547 h 688042"/>
              <a:gd name="connsiteX39" fmla="*/ 845894 w 1190490"/>
              <a:gd name="connsiteY39" fmla="*/ 193611 h 688042"/>
              <a:gd name="connsiteX40" fmla="*/ 914400 w 1190490"/>
              <a:gd name="connsiteY40" fmla="*/ 187654 h 688042"/>
              <a:gd name="connsiteX41" fmla="*/ 932271 w 1190490"/>
              <a:gd name="connsiteY41" fmla="*/ 181697 h 688042"/>
              <a:gd name="connsiteX42" fmla="*/ 947163 w 1190490"/>
              <a:gd name="connsiteY42" fmla="*/ 175740 h 688042"/>
              <a:gd name="connsiteX43" fmla="*/ 985884 w 1190490"/>
              <a:gd name="connsiteY43" fmla="*/ 163826 h 688042"/>
              <a:gd name="connsiteX44" fmla="*/ 1045454 w 1190490"/>
              <a:gd name="connsiteY44" fmla="*/ 128084 h 688042"/>
              <a:gd name="connsiteX45" fmla="*/ 1069282 w 1190490"/>
              <a:gd name="connsiteY45" fmla="*/ 107235 h 688042"/>
              <a:gd name="connsiteX46" fmla="*/ 1119916 w 1190490"/>
              <a:gd name="connsiteY46" fmla="*/ 68514 h 688042"/>
              <a:gd name="connsiteX47" fmla="*/ 1149701 w 1190490"/>
              <a:gd name="connsiteY47" fmla="*/ 32772 h 688042"/>
              <a:gd name="connsiteX48" fmla="*/ 1171927 w 1190490"/>
              <a:gd name="connsiteY48" fmla="*/ 18868 h 688042"/>
              <a:gd name="connsiteX49" fmla="*/ 1190490 w 1190490"/>
              <a:gd name="connsiteY49" fmla="*/ 0 h 688042"/>
              <a:gd name="connsiteX0" fmla="*/ 0 w 1190490"/>
              <a:gd name="connsiteY0" fmla="*/ 688042 h 688042"/>
              <a:gd name="connsiteX1" fmla="*/ 17871 w 1190490"/>
              <a:gd name="connsiteY1" fmla="*/ 685064 h 688042"/>
              <a:gd name="connsiteX2" fmla="*/ 47656 w 1190490"/>
              <a:gd name="connsiteY2" fmla="*/ 670171 h 688042"/>
              <a:gd name="connsiteX3" fmla="*/ 56591 w 1190490"/>
              <a:gd name="connsiteY3" fmla="*/ 664214 h 688042"/>
              <a:gd name="connsiteX4" fmla="*/ 71484 w 1190490"/>
              <a:gd name="connsiteY4" fmla="*/ 658257 h 688042"/>
              <a:gd name="connsiteX5" fmla="*/ 89355 w 1190490"/>
              <a:gd name="connsiteY5" fmla="*/ 646343 h 688042"/>
              <a:gd name="connsiteX6" fmla="*/ 116161 w 1190490"/>
              <a:gd name="connsiteY6" fmla="*/ 637408 h 688042"/>
              <a:gd name="connsiteX7" fmla="*/ 139989 w 1190490"/>
              <a:gd name="connsiteY7" fmla="*/ 622515 h 688042"/>
              <a:gd name="connsiteX8" fmla="*/ 151903 w 1190490"/>
              <a:gd name="connsiteY8" fmla="*/ 616558 h 688042"/>
              <a:gd name="connsiteX9" fmla="*/ 160839 w 1190490"/>
              <a:gd name="connsiteY9" fmla="*/ 610601 h 688042"/>
              <a:gd name="connsiteX10" fmla="*/ 175731 w 1190490"/>
              <a:gd name="connsiteY10" fmla="*/ 604644 h 688042"/>
              <a:gd name="connsiteX11" fmla="*/ 184667 w 1190490"/>
              <a:gd name="connsiteY11" fmla="*/ 601666 h 688042"/>
              <a:gd name="connsiteX12" fmla="*/ 223387 w 1190490"/>
              <a:gd name="connsiteY12" fmla="*/ 577838 h 688042"/>
              <a:gd name="connsiteX13" fmla="*/ 238280 w 1190490"/>
              <a:gd name="connsiteY13" fmla="*/ 568902 h 688042"/>
              <a:gd name="connsiteX14" fmla="*/ 250194 w 1190490"/>
              <a:gd name="connsiteY14" fmla="*/ 548053 h 688042"/>
              <a:gd name="connsiteX15" fmla="*/ 256151 w 1190490"/>
              <a:gd name="connsiteY15" fmla="*/ 536139 h 688042"/>
              <a:gd name="connsiteX16" fmla="*/ 265086 w 1190490"/>
              <a:gd name="connsiteY16" fmla="*/ 530182 h 688042"/>
              <a:gd name="connsiteX17" fmla="*/ 277000 w 1190490"/>
              <a:gd name="connsiteY17" fmla="*/ 512311 h 688042"/>
              <a:gd name="connsiteX18" fmla="*/ 282957 w 1190490"/>
              <a:gd name="connsiteY18" fmla="*/ 500397 h 688042"/>
              <a:gd name="connsiteX19" fmla="*/ 291893 w 1190490"/>
              <a:gd name="connsiteY19" fmla="*/ 488483 h 688042"/>
              <a:gd name="connsiteX20" fmla="*/ 300828 w 1190490"/>
              <a:gd name="connsiteY20" fmla="*/ 473590 h 688042"/>
              <a:gd name="connsiteX21" fmla="*/ 327635 w 1190490"/>
              <a:gd name="connsiteY21" fmla="*/ 440827 h 688042"/>
              <a:gd name="connsiteX22" fmla="*/ 336570 w 1190490"/>
              <a:gd name="connsiteY22" fmla="*/ 431891 h 688042"/>
              <a:gd name="connsiteX23" fmla="*/ 342527 w 1190490"/>
              <a:gd name="connsiteY23" fmla="*/ 422956 h 688042"/>
              <a:gd name="connsiteX24" fmla="*/ 372312 w 1190490"/>
              <a:gd name="connsiteY24" fmla="*/ 408063 h 688042"/>
              <a:gd name="connsiteX25" fmla="*/ 408054 w 1190490"/>
              <a:gd name="connsiteY25" fmla="*/ 396149 h 688042"/>
              <a:gd name="connsiteX26" fmla="*/ 473581 w 1190490"/>
              <a:gd name="connsiteY26" fmla="*/ 387214 h 688042"/>
              <a:gd name="connsiteX27" fmla="*/ 533151 w 1190490"/>
              <a:gd name="connsiteY27" fmla="*/ 378278 h 688042"/>
              <a:gd name="connsiteX28" fmla="*/ 559958 w 1190490"/>
              <a:gd name="connsiteY28" fmla="*/ 360407 h 688042"/>
              <a:gd name="connsiteX29" fmla="*/ 580807 w 1190490"/>
              <a:gd name="connsiteY29" fmla="*/ 351472 h 688042"/>
              <a:gd name="connsiteX30" fmla="*/ 589743 w 1190490"/>
              <a:gd name="connsiteY30" fmla="*/ 342536 h 688042"/>
              <a:gd name="connsiteX31" fmla="*/ 604635 w 1190490"/>
              <a:gd name="connsiteY31" fmla="*/ 324665 h 688042"/>
              <a:gd name="connsiteX32" fmla="*/ 628463 w 1190490"/>
              <a:gd name="connsiteY32" fmla="*/ 309773 h 688042"/>
              <a:gd name="connsiteX33" fmla="*/ 658248 w 1190490"/>
              <a:gd name="connsiteY33" fmla="*/ 279988 h 688042"/>
              <a:gd name="connsiteX34" fmla="*/ 670162 w 1190490"/>
              <a:gd name="connsiteY34" fmla="*/ 265095 h 688042"/>
              <a:gd name="connsiteX35" fmla="*/ 723775 w 1190490"/>
              <a:gd name="connsiteY35" fmla="*/ 259138 h 688042"/>
              <a:gd name="connsiteX36" fmla="*/ 774410 w 1190490"/>
              <a:gd name="connsiteY36" fmla="*/ 232332 h 688042"/>
              <a:gd name="connsiteX37" fmla="*/ 783346 w 1190490"/>
              <a:gd name="connsiteY37" fmla="*/ 223396 h 688042"/>
              <a:gd name="connsiteX38" fmla="*/ 813131 w 1190490"/>
              <a:gd name="connsiteY38" fmla="*/ 202547 h 688042"/>
              <a:gd name="connsiteX39" fmla="*/ 845894 w 1190490"/>
              <a:gd name="connsiteY39" fmla="*/ 193611 h 688042"/>
              <a:gd name="connsiteX40" fmla="*/ 914400 w 1190490"/>
              <a:gd name="connsiteY40" fmla="*/ 187654 h 688042"/>
              <a:gd name="connsiteX41" fmla="*/ 932271 w 1190490"/>
              <a:gd name="connsiteY41" fmla="*/ 181697 h 688042"/>
              <a:gd name="connsiteX42" fmla="*/ 947163 w 1190490"/>
              <a:gd name="connsiteY42" fmla="*/ 175740 h 688042"/>
              <a:gd name="connsiteX43" fmla="*/ 985884 w 1190490"/>
              <a:gd name="connsiteY43" fmla="*/ 163826 h 688042"/>
              <a:gd name="connsiteX44" fmla="*/ 1045454 w 1190490"/>
              <a:gd name="connsiteY44" fmla="*/ 128084 h 688042"/>
              <a:gd name="connsiteX45" fmla="*/ 1054845 w 1190490"/>
              <a:gd name="connsiteY45" fmla="*/ 43711 h 688042"/>
              <a:gd name="connsiteX46" fmla="*/ 1119916 w 1190490"/>
              <a:gd name="connsiteY46" fmla="*/ 68514 h 688042"/>
              <a:gd name="connsiteX47" fmla="*/ 1149701 w 1190490"/>
              <a:gd name="connsiteY47" fmla="*/ 32772 h 688042"/>
              <a:gd name="connsiteX48" fmla="*/ 1171927 w 1190490"/>
              <a:gd name="connsiteY48" fmla="*/ 18868 h 688042"/>
              <a:gd name="connsiteX49" fmla="*/ 1190490 w 1190490"/>
              <a:gd name="connsiteY49" fmla="*/ 0 h 688042"/>
              <a:gd name="connsiteX0" fmla="*/ 0 w 1190490"/>
              <a:gd name="connsiteY0" fmla="*/ 688042 h 688042"/>
              <a:gd name="connsiteX1" fmla="*/ 17871 w 1190490"/>
              <a:gd name="connsiteY1" fmla="*/ 685064 h 688042"/>
              <a:gd name="connsiteX2" fmla="*/ 47656 w 1190490"/>
              <a:gd name="connsiteY2" fmla="*/ 670171 h 688042"/>
              <a:gd name="connsiteX3" fmla="*/ 56591 w 1190490"/>
              <a:gd name="connsiteY3" fmla="*/ 664214 h 688042"/>
              <a:gd name="connsiteX4" fmla="*/ 71484 w 1190490"/>
              <a:gd name="connsiteY4" fmla="*/ 658257 h 688042"/>
              <a:gd name="connsiteX5" fmla="*/ 89355 w 1190490"/>
              <a:gd name="connsiteY5" fmla="*/ 646343 h 688042"/>
              <a:gd name="connsiteX6" fmla="*/ 116161 w 1190490"/>
              <a:gd name="connsiteY6" fmla="*/ 637408 h 688042"/>
              <a:gd name="connsiteX7" fmla="*/ 139989 w 1190490"/>
              <a:gd name="connsiteY7" fmla="*/ 622515 h 688042"/>
              <a:gd name="connsiteX8" fmla="*/ 151903 w 1190490"/>
              <a:gd name="connsiteY8" fmla="*/ 616558 h 688042"/>
              <a:gd name="connsiteX9" fmla="*/ 160839 w 1190490"/>
              <a:gd name="connsiteY9" fmla="*/ 610601 h 688042"/>
              <a:gd name="connsiteX10" fmla="*/ 175731 w 1190490"/>
              <a:gd name="connsiteY10" fmla="*/ 604644 h 688042"/>
              <a:gd name="connsiteX11" fmla="*/ 184667 w 1190490"/>
              <a:gd name="connsiteY11" fmla="*/ 601666 h 688042"/>
              <a:gd name="connsiteX12" fmla="*/ 223387 w 1190490"/>
              <a:gd name="connsiteY12" fmla="*/ 577838 h 688042"/>
              <a:gd name="connsiteX13" fmla="*/ 238280 w 1190490"/>
              <a:gd name="connsiteY13" fmla="*/ 568902 h 688042"/>
              <a:gd name="connsiteX14" fmla="*/ 250194 w 1190490"/>
              <a:gd name="connsiteY14" fmla="*/ 548053 h 688042"/>
              <a:gd name="connsiteX15" fmla="*/ 256151 w 1190490"/>
              <a:gd name="connsiteY15" fmla="*/ 536139 h 688042"/>
              <a:gd name="connsiteX16" fmla="*/ 265086 w 1190490"/>
              <a:gd name="connsiteY16" fmla="*/ 530182 h 688042"/>
              <a:gd name="connsiteX17" fmla="*/ 277000 w 1190490"/>
              <a:gd name="connsiteY17" fmla="*/ 512311 h 688042"/>
              <a:gd name="connsiteX18" fmla="*/ 282957 w 1190490"/>
              <a:gd name="connsiteY18" fmla="*/ 500397 h 688042"/>
              <a:gd name="connsiteX19" fmla="*/ 291893 w 1190490"/>
              <a:gd name="connsiteY19" fmla="*/ 488483 h 688042"/>
              <a:gd name="connsiteX20" fmla="*/ 300828 w 1190490"/>
              <a:gd name="connsiteY20" fmla="*/ 473590 h 688042"/>
              <a:gd name="connsiteX21" fmla="*/ 327635 w 1190490"/>
              <a:gd name="connsiteY21" fmla="*/ 440827 h 688042"/>
              <a:gd name="connsiteX22" fmla="*/ 336570 w 1190490"/>
              <a:gd name="connsiteY22" fmla="*/ 431891 h 688042"/>
              <a:gd name="connsiteX23" fmla="*/ 342527 w 1190490"/>
              <a:gd name="connsiteY23" fmla="*/ 422956 h 688042"/>
              <a:gd name="connsiteX24" fmla="*/ 372312 w 1190490"/>
              <a:gd name="connsiteY24" fmla="*/ 408063 h 688042"/>
              <a:gd name="connsiteX25" fmla="*/ 408054 w 1190490"/>
              <a:gd name="connsiteY25" fmla="*/ 396149 h 688042"/>
              <a:gd name="connsiteX26" fmla="*/ 473581 w 1190490"/>
              <a:gd name="connsiteY26" fmla="*/ 387214 h 688042"/>
              <a:gd name="connsiteX27" fmla="*/ 533151 w 1190490"/>
              <a:gd name="connsiteY27" fmla="*/ 378278 h 688042"/>
              <a:gd name="connsiteX28" fmla="*/ 559958 w 1190490"/>
              <a:gd name="connsiteY28" fmla="*/ 360407 h 688042"/>
              <a:gd name="connsiteX29" fmla="*/ 580807 w 1190490"/>
              <a:gd name="connsiteY29" fmla="*/ 351472 h 688042"/>
              <a:gd name="connsiteX30" fmla="*/ 589743 w 1190490"/>
              <a:gd name="connsiteY30" fmla="*/ 342536 h 688042"/>
              <a:gd name="connsiteX31" fmla="*/ 604635 w 1190490"/>
              <a:gd name="connsiteY31" fmla="*/ 324665 h 688042"/>
              <a:gd name="connsiteX32" fmla="*/ 628463 w 1190490"/>
              <a:gd name="connsiteY32" fmla="*/ 309773 h 688042"/>
              <a:gd name="connsiteX33" fmla="*/ 658248 w 1190490"/>
              <a:gd name="connsiteY33" fmla="*/ 279988 h 688042"/>
              <a:gd name="connsiteX34" fmla="*/ 670162 w 1190490"/>
              <a:gd name="connsiteY34" fmla="*/ 265095 h 688042"/>
              <a:gd name="connsiteX35" fmla="*/ 723775 w 1190490"/>
              <a:gd name="connsiteY35" fmla="*/ 259138 h 688042"/>
              <a:gd name="connsiteX36" fmla="*/ 774410 w 1190490"/>
              <a:gd name="connsiteY36" fmla="*/ 232332 h 688042"/>
              <a:gd name="connsiteX37" fmla="*/ 783346 w 1190490"/>
              <a:gd name="connsiteY37" fmla="*/ 223396 h 688042"/>
              <a:gd name="connsiteX38" fmla="*/ 813131 w 1190490"/>
              <a:gd name="connsiteY38" fmla="*/ 202547 h 688042"/>
              <a:gd name="connsiteX39" fmla="*/ 845894 w 1190490"/>
              <a:gd name="connsiteY39" fmla="*/ 193611 h 688042"/>
              <a:gd name="connsiteX40" fmla="*/ 914400 w 1190490"/>
              <a:gd name="connsiteY40" fmla="*/ 187654 h 688042"/>
              <a:gd name="connsiteX41" fmla="*/ 932271 w 1190490"/>
              <a:gd name="connsiteY41" fmla="*/ 181697 h 688042"/>
              <a:gd name="connsiteX42" fmla="*/ 947163 w 1190490"/>
              <a:gd name="connsiteY42" fmla="*/ 175740 h 688042"/>
              <a:gd name="connsiteX43" fmla="*/ 985884 w 1190490"/>
              <a:gd name="connsiteY43" fmla="*/ 163826 h 688042"/>
              <a:gd name="connsiteX44" fmla="*/ 1002141 w 1190490"/>
              <a:gd name="connsiteY44" fmla="*/ 106247 h 688042"/>
              <a:gd name="connsiteX45" fmla="*/ 1054845 w 1190490"/>
              <a:gd name="connsiteY45" fmla="*/ 43711 h 688042"/>
              <a:gd name="connsiteX46" fmla="*/ 1119916 w 1190490"/>
              <a:gd name="connsiteY46" fmla="*/ 68514 h 688042"/>
              <a:gd name="connsiteX47" fmla="*/ 1149701 w 1190490"/>
              <a:gd name="connsiteY47" fmla="*/ 32772 h 688042"/>
              <a:gd name="connsiteX48" fmla="*/ 1171927 w 1190490"/>
              <a:gd name="connsiteY48" fmla="*/ 18868 h 688042"/>
              <a:gd name="connsiteX49" fmla="*/ 1190490 w 1190490"/>
              <a:gd name="connsiteY49" fmla="*/ 0 h 688042"/>
              <a:gd name="connsiteX0" fmla="*/ 0 w 1190490"/>
              <a:gd name="connsiteY0" fmla="*/ 688042 h 688042"/>
              <a:gd name="connsiteX1" fmla="*/ 17871 w 1190490"/>
              <a:gd name="connsiteY1" fmla="*/ 685064 h 688042"/>
              <a:gd name="connsiteX2" fmla="*/ 47656 w 1190490"/>
              <a:gd name="connsiteY2" fmla="*/ 670171 h 688042"/>
              <a:gd name="connsiteX3" fmla="*/ 56591 w 1190490"/>
              <a:gd name="connsiteY3" fmla="*/ 664214 h 688042"/>
              <a:gd name="connsiteX4" fmla="*/ 71484 w 1190490"/>
              <a:gd name="connsiteY4" fmla="*/ 658257 h 688042"/>
              <a:gd name="connsiteX5" fmla="*/ 89355 w 1190490"/>
              <a:gd name="connsiteY5" fmla="*/ 646343 h 688042"/>
              <a:gd name="connsiteX6" fmla="*/ 116161 w 1190490"/>
              <a:gd name="connsiteY6" fmla="*/ 637408 h 688042"/>
              <a:gd name="connsiteX7" fmla="*/ 139989 w 1190490"/>
              <a:gd name="connsiteY7" fmla="*/ 622515 h 688042"/>
              <a:gd name="connsiteX8" fmla="*/ 151903 w 1190490"/>
              <a:gd name="connsiteY8" fmla="*/ 616558 h 688042"/>
              <a:gd name="connsiteX9" fmla="*/ 160839 w 1190490"/>
              <a:gd name="connsiteY9" fmla="*/ 610601 h 688042"/>
              <a:gd name="connsiteX10" fmla="*/ 175731 w 1190490"/>
              <a:gd name="connsiteY10" fmla="*/ 604644 h 688042"/>
              <a:gd name="connsiteX11" fmla="*/ 184667 w 1190490"/>
              <a:gd name="connsiteY11" fmla="*/ 601666 h 688042"/>
              <a:gd name="connsiteX12" fmla="*/ 223387 w 1190490"/>
              <a:gd name="connsiteY12" fmla="*/ 577838 h 688042"/>
              <a:gd name="connsiteX13" fmla="*/ 238280 w 1190490"/>
              <a:gd name="connsiteY13" fmla="*/ 568902 h 688042"/>
              <a:gd name="connsiteX14" fmla="*/ 250194 w 1190490"/>
              <a:gd name="connsiteY14" fmla="*/ 548053 h 688042"/>
              <a:gd name="connsiteX15" fmla="*/ 256151 w 1190490"/>
              <a:gd name="connsiteY15" fmla="*/ 536139 h 688042"/>
              <a:gd name="connsiteX16" fmla="*/ 265086 w 1190490"/>
              <a:gd name="connsiteY16" fmla="*/ 530182 h 688042"/>
              <a:gd name="connsiteX17" fmla="*/ 277000 w 1190490"/>
              <a:gd name="connsiteY17" fmla="*/ 512311 h 688042"/>
              <a:gd name="connsiteX18" fmla="*/ 282957 w 1190490"/>
              <a:gd name="connsiteY18" fmla="*/ 500397 h 688042"/>
              <a:gd name="connsiteX19" fmla="*/ 291893 w 1190490"/>
              <a:gd name="connsiteY19" fmla="*/ 488483 h 688042"/>
              <a:gd name="connsiteX20" fmla="*/ 300828 w 1190490"/>
              <a:gd name="connsiteY20" fmla="*/ 473590 h 688042"/>
              <a:gd name="connsiteX21" fmla="*/ 327635 w 1190490"/>
              <a:gd name="connsiteY21" fmla="*/ 440827 h 688042"/>
              <a:gd name="connsiteX22" fmla="*/ 336570 w 1190490"/>
              <a:gd name="connsiteY22" fmla="*/ 431891 h 688042"/>
              <a:gd name="connsiteX23" fmla="*/ 342527 w 1190490"/>
              <a:gd name="connsiteY23" fmla="*/ 422956 h 688042"/>
              <a:gd name="connsiteX24" fmla="*/ 372312 w 1190490"/>
              <a:gd name="connsiteY24" fmla="*/ 408063 h 688042"/>
              <a:gd name="connsiteX25" fmla="*/ 408054 w 1190490"/>
              <a:gd name="connsiteY25" fmla="*/ 396149 h 688042"/>
              <a:gd name="connsiteX26" fmla="*/ 473581 w 1190490"/>
              <a:gd name="connsiteY26" fmla="*/ 387214 h 688042"/>
              <a:gd name="connsiteX27" fmla="*/ 533151 w 1190490"/>
              <a:gd name="connsiteY27" fmla="*/ 378278 h 688042"/>
              <a:gd name="connsiteX28" fmla="*/ 559958 w 1190490"/>
              <a:gd name="connsiteY28" fmla="*/ 360407 h 688042"/>
              <a:gd name="connsiteX29" fmla="*/ 580807 w 1190490"/>
              <a:gd name="connsiteY29" fmla="*/ 351472 h 688042"/>
              <a:gd name="connsiteX30" fmla="*/ 589743 w 1190490"/>
              <a:gd name="connsiteY30" fmla="*/ 342536 h 688042"/>
              <a:gd name="connsiteX31" fmla="*/ 604635 w 1190490"/>
              <a:gd name="connsiteY31" fmla="*/ 324665 h 688042"/>
              <a:gd name="connsiteX32" fmla="*/ 628463 w 1190490"/>
              <a:gd name="connsiteY32" fmla="*/ 309773 h 688042"/>
              <a:gd name="connsiteX33" fmla="*/ 658248 w 1190490"/>
              <a:gd name="connsiteY33" fmla="*/ 279988 h 688042"/>
              <a:gd name="connsiteX34" fmla="*/ 670162 w 1190490"/>
              <a:gd name="connsiteY34" fmla="*/ 265095 h 688042"/>
              <a:gd name="connsiteX35" fmla="*/ 723775 w 1190490"/>
              <a:gd name="connsiteY35" fmla="*/ 259138 h 688042"/>
              <a:gd name="connsiteX36" fmla="*/ 774410 w 1190490"/>
              <a:gd name="connsiteY36" fmla="*/ 232332 h 688042"/>
              <a:gd name="connsiteX37" fmla="*/ 783346 w 1190490"/>
              <a:gd name="connsiteY37" fmla="*/ 223396 h 688042"/>
              <a:gd name="connsiteX38" fmla="*/ 813131 w 1190490"/>
              <a:gd name="connsiteY38" fmla="*/ 202547 h 688042"/>
              <a:gd name="connsiteX39" fmla="*/ 845894 w 1190490"/>
              <a:gd name="connsiteY39" fmla="*/ 193611 h 688042"/>
              <a:gd name="connsiteX40" fmla="*/ 914400 w 1190490"/>
              <a:gd name="connsiteY40" fmla="*/ 187654 h 688042"/>
              <a:gd name="connsiteX41" fmla="*/ 932271 w 1190490"/>
              <a:gd name="connsiteY41" fmla="*/ 181697 h 688042"/>
              <a:gd name="connsiteX42" fmla="*/ 947163 w 1190490"/>
              <a:gd name="connsiteY42" fmla="*/ 175740 h 688042"/>
              <a:gd name="connsiteX43" fmla="*/ 985884 w 1190490"/>
              <a:gd name="connsiteY43" fmla="*/ 163826 h 688042"/>
              <a:gd name="connsiteX44" fmla="*/ 1002141 w 1190490"/>
              <a:gd name="connsiteY44" fmla="*/ 106247 h 688042"/>
              <a:gd name="connsiteX45" fmla="*/ 1054845 w 1190490"/>
              <a:gd name="connsiteY45" fmla="*/ 43711 h 688042"/>
              <a:gd name="connsiteX46" fmla="*/ 1113729 w 1190490"/>
              <a:gd name="connsiteY46" fmla="*/ 32782 h 688042"/>
              <a:gd name="connsiteX47" fmla="*/ 1149701 w 1190490"/>
              <a:gd name="connsiteY47" fmla="*/ 32772 h 688042"/>
              <a:gd name="connsiteX48" fmla="*/ 1171927 w 1190490"/>
              <a:gd name="connsiteY48" fmla="*/ 18868 h 688042"/>
              <a:gd name="connsiteX49" fmla="*/ 1190490 w 1190490"/>
              <a:gd name="connsiteY49" fmla="*/ 0 h 688042"/>
              <a:gd name="connsiteX0" fmla="*/ 0 w 1190490"/>
              <a:gd name="connsiteY0" fmla="*/ 688042 h 688042"/>
              <a:gd name="connsiteX1" fmla="*/ 17871 w 1190490"/>
              <a:gd name="connsiteY1" fmla="*/ 685064 h 688042"/>
              <a:gd name="connsiteX2" fmla="*/ 47656 w 1190490"/>
              <a:gd name="connsiteY2" fmla="*/ 670171 h 688042"/>
              <a:gd name="connsiteX3" fmla="*/ 56591 w 1190490"/>
              <a:gd name="connsiteY3" fmla="*/ 664214 h 688042"/>
              <a:gd name="connsiteX4" fmla="*/ 71484 w 1190490"/>
              <a:gd name="connsiteY4" fmla="*/ 658257 h 688042"/>
              <a:gd name="connsiteX5" fmla="*/ 89355 w 1190490"/>
              <a:gd name="connsiteY5" fmla="*/ 646343 h 688042"/>
              <a:gd name="connsiteX6" fmla="*/ 116161 w 1190490"/>
              <a:gd name="connsiteY6" fmla="*/ 637408 h 688042"/>
              <a:gd name="connsiteX7" fmla="*/ 139989 w 1190490"/>
              <a:gd name="connsiteY7" fmla="*/ 622515 h 688042"/>
              <a:gd name="connsiteX8" fmla="*/ 151903 w 1190490"/>
              <a:gd name="connsiteY8" fmla="*/ 616558 h 688042"/>
              <a:gd name="connsiteX9" fmla="*/ 160839 w 1190490"/>
              <a:gd name="connsiteY9" fmla="*/ 610601 h 688042"/>
              <a:gd name="connsiteX10" fmla="*/ 175731 w 1190490"/>
              <a:gd name="connsiteY10" fmla="*/ 604644 h 688042"/>
              <a:gd name="connsiteX11" fmla="*/ 184667 w 1190490"/>
              <a:gd name="connsiteY11" fmla="*/ 601666 h 688042"/>
              <a:gd name="connsiteX12" fmla="*/ 223387 w 1190490"/>
              <a:gd name="connsiteY12" fmla="*/ 577838 h 688042"/>
              <a:gd name="connsiteX13" fmla="*/ 238280 w 1190490"/>
              <a:gd name="connsiteY13" fmla="*/ 568902 h 688042"/>
              <a:gd name="connsiteX14" fmla="*/ 250194 w 1190490"/>
              <a:gd name="connsiteY14" fmla="*/ 548053 h 688042"/>
              <a:gd name="connsiteX15" fmla="*/ 256151 w 1190490"/>
              <a:gd name="connsiteY15" fmla="*/ 536139 h 688042"/>
              <a:gd name="connsiteX16" fmla="*/ 265086 w 1190490"/>
              <a:gd name="connsiteY16" fmla="*/ 530182 h 688042"/>
              <a:gd name="connsiteX17" fmla="*/ 277000 w 1190490"/>
              <a:gd name="connsiteY17" fmla="*/ 512311 h 688042"/>
              <a:gd name="connsiteX18" fmla="*/ 282957 w 1190490"/>
              <a:gd name="connsiteY18" fmla="*/ 500397 h 688042"/>
              <a:gd name="connsiteX19" fmla="*/ 291893 w 1190490"/>
              <a:gd name="connsiteY19" fmla="*/ 488483 h 688042"/>
              <a:gd name="connsiteX20" fmla="*/ 300828 w 1190490"/>
              <a:gd name="connsiteY20" fmla="*/ 473590 h 688042"/>
              <a:gd name="connsiteX21" fmla="*/ 327635 w 1190490"/>
              <a:gd name="connsiteY21" fmla="*/ 440827 h 688042"/>
              <a:gd name="connsiteX22" fmla="*/ 336570 w 1190490"/>
              <a:gd name="connsiteY22" fmla="*/ 431891 h 688042"/>
              <a:gd name="connsiteX23" fmla="*/ 342527 w 1190490"/>
              <a:gd name="connsiteY23" fmla="*/ 422956 h 688042"/>
              <a:gd name="connsiteX24" fmla="*/ 372312 w 1190490"/>
              <a:gd name="connsiteY24" fmla="*/ 408063 h 688042"/>
              <a:gd name="connsiteX25" fmla="*/ 408054 w 1190490"/>
              <a:gd name="connsiteY25" fmla="*/ 396149 h 688042"/>
              <a:gd name="connsiteX26" fmla="*/ 473581 w 1190490"/>
              <a:gd name="connsiteY26" fmla="*/ 387214 h 688042"/>
              <a:gd name="connsiteX27" fmla="*/ 533151 w 1190490"/>
              <a:gd name="connsiteY27" fmla="*/ 378278 h 688042"/>
              <a:gd name="connsiteX28" fmla="*/ 559958 w 1190490"/>
              <a:gd name="connsiteY28" fmla="*/ 360407 h 688042"/>
              <a:gd name="connsiteX29" fmla="*/ 580807 w 1190490"/>
              <a:gd name="connsiteY29" fmla="*/ 351472 h 688042"/>
              <a:gd name="connsiteX30" fmla="*/ 589743 w 1190490"/>
              <a:gd name="connsiteY30" fmla="*/ 342536 h 688042"/>
              <a:gd name="connsiteX31" fmla="*/ 604635 w 1190490"/>
              <a:gd name="connsiteY31" fmla="*/ 324665 h 688042"/>
              <a:gd name="connsiteX32" fmla="*/ 628463 w 1190490"/>
              <a:gd name="connsiteY32" fmla="*/ 309773 h 688042"/>
              <a:gd name="connsiteX33" fmla="*/ 658248 w 1190490"/>
              <a:gd name="connsiteY33" fmla="*/ 279988 h 688042"/>
              <a:gd name="connsiteX34" fmla="*/ 670162 w 1190490"/>
              <a:gd name="connsiteY34" fmla="*/ 265095 h 688042"/>
              <a:gd name="connsiteX35" fmla="*/ 723775 w 1190490"/>
              <a:gd name="connsiteY35" fmla="*/ 259138 h 688042"/>
              <a:gd name="connsiteX36" fmla="*/ 774410 w 1190490"/>
              <a:gd name="connsiteY36" fmla="*/ 232332 h 688042"/>
              <a:gd name="connsiteX37" fmla="*/ 783346 w 1190490"/>
              <a:gd name="connsiteY37" fmla="*/ 223396 h 688042"/>
              <a:gd name="connsiteX38" fmla="*/ 813131 w 1190490"/>
              <a:gd name="connsiteY38" fmla="*/ 202547 h 688042"/>
              <a:gd name="connsiteX39" fmla="*/ 845894 w 1190490"/>
              <a:gd name="connsiteY39" fmla="*/ 193611 h 688042"/>
              <a:gd name="connsiteX40" fmla="*/ 914400 w 1190490"/>
              <a:gd name="connsiteY40" fmla="*/ 187654 h 688042"/>
              <a:gd name="connsiteX41" fmla="*/ 932271 w 1190490"/>
              <a:gd name="connsiteY41" fmla="*/ 181697 h 688042"/>
              <a:gd name="connsiteX42" fmla="*/ 947163 w 1190490"/>
              <a:gd name="connsiteY42" fmla="*/ 175740 h 688042"/>
              <a:gd name="connsiteX43" fmla="*/ 985884 w 1190490"/>
              <a:gd name="connsiteY43" fmla="*/ 163826 h 688042"/>
              <a:gd name="connsiteX44" fmla="*/ 1002141 w 1190490"/>
              <a:gd name="connsiteY44" fmla="*/ 106247 h 688042"/>
              <a:gd name="connsiteX45" fmla="*/ 1054845 w 1190490"/>
              <a:gd name="connsiteY45" fmla="*/ 43711 h 688042"/>
              <a:gd name="connsiteX46" fmla="*/ 1113729 w 1190490"/>
              <a:gd name="connsiteY46" fmla="*/ 32782 h 688042"/>
              <a:gd name="connsiteX47" fmla="*/ 1145576 w 1190490"/>
              <a:gd name="connsiteY47" fmla="*/ 16891 h 688042"/>
              <a:gd name="connsiteX48" fmla="*/ 1171927 w 1190490"/>
              <a:gd name="connsiteY48" fmla="*/ 18868 h 688042"/>
              <a:gd name="connsiteX49" fmla="*/ 1190490 w 1190490"/>
              <a:gd name="connsiteY49" fmla="*/ 0 h 688042"/>
              <a:gd name="connsiteX0" fmla="*/ 0 w 1190490"/>
              <a:gd name="connsiteY0" fmla="*/ 688042 h 688042"/>
              <a:gd name="connsiteX1" fmla="*/ 17871 w 1190490"/>
              <a:gd name="connsiteY1" fmla="*/ 685064 h 688042"/>
              <a:gd name="connsiteX2" fmla="*/ 47656 w 1190490"/>
              <a:gd name="connsiteY2" fmla="*/ 670171 h 688042"/>
              <a:gd name="connsiteX3" fmla="*/ 56591 w 1190490"/>
              <a:gd name="connsiteY3" fmla="*/ 664214 h 688042"/>
              <a:gd name="connsiteX4" fmla="*/ 71484 w 1190490"/>
              <a:gd name="connsiteY4" fmla="*/ 658257 h 688042"/>
              <a:gd name="connsiteX5" fmla="*/ 89355 w 1190490"/>
              <a:gd name="connsiteY5" fmla="*/ 646343 h 688042"/>
              <a:gd name="connsiteX6" fmla="*/ 116161 w 1190490"/>
              <a:gd name="connsiteY6" fmla="*/ 637408 h 688042"/>
              <a:gd name="connsiteX7" fmla="*/ 139989 w 1190490"/>
              <a:gd name="connsiteY7" fmla="*/ 622515 h 688042"/>
              <a:gd name="connsiteX8" fmla="*/ 151903 w 1190490"/>
              <a:gd name="connsiteY8" fmla="*/ 616558 h 688042"/>
              <a:gd name="connsiteX9" fmla="*/ 160839 w 1190490"/>
              <a:gd name="connsiteY9" fmla="*/ 610601 h 688042"/>
              <a:gd name="connsiteX10" fmla="*/ 175731 w 1190490"/>
              <a:gd name="connsiteY10" fmla="*/ 604644 h 688042"/>
              <a:gd name="connsiteX11" fmla="*/ 184667 w 1190490"/>
              <a:gd name="connsiteY11" fmla="*/ 601666 h 688042"/>
              <a:gd name="connsiteX12" fmla="*/ 223387 w 1190490"/>
              <a:gd name="connsiteY12" fmla="*/ 577838 h 688042"/>
              <a:gd name="connsiteX13" fmla="*/ 238280 w 1190490"/>
              <a:gd name="connsiteY13" fmla="*/ 568902 h 688042"/>
              <a:gd name="connsiteX14" fmla="*/ 250194 w 1190490"/>
              <a:gd name="connsiteY14" fmla="*/ 548053 h 688042"/>
              <a:gd name="connsiteX15" fmla="*/ 256151 w 1190490"/>
              <a:gd name="connsiteY15" fmla="*/ 536139 h 688042"/>
              <a:gd name="connsiteX16" fmla="*/ 265086 w 1190490"/>
              <a:gd name="connsiteY16" fmla="*/ 530182 h 688042"/>
              <a:gd name="connsiteX17" fmla="*/ 277000 w 1190490"/>
              <a:gd name="connsiteY17" fmla="*/ 512311 h 688042"/>
              <a:gd name="connsiteX18" fmla="*/ 282957 w 1190490"/>
              <a:gd name="connsiteY18" fmla="*/ 500397 h 688042"/>
              <a:gd name="connsiteX19" fmla="*/ 291893 w 1190490"/>
              <a:gd name="connsiteY19" fmla="*/ 488483 h 688042"/>
              <a:gd name="connsiteX20" fmla="*/ 300828 w 1190490"/>
              <a:gd name="connsiteY20" fmla="*/ 473590 h 688042"/>
              <a:gd name="connsiteX21" fmla="*/ 327635 w 1190490"/>
              <a:gd name="connsiteY21" fmla="*/ 440827 h 688042"/>
              <a:gd name="connsiteX22" fmla="*/ 336570 w 1190490"/>
              <a:gd name="connsiteY22" fmla="*/ 431891 h 688042"/>
              <a:gd name="connsiteX23" fmla="*/ 342527 w 1190490"/>
              <a:gd name="connsiteY23" fmla="*/ 422956 h 688042"/>
              <a:gd name="connsiteX24" fmla="*/ 372312 w 1190490"/>
              <a:gd name="connsiteY24" fmla="*/ 408063 h 688042"/>
              <a:gd name="connsiteX25" fmla="*/ 408054 w 1190490"/>
              <a:gd name="connsiteY25" fmla="*/ 396149 h 688042"/>
              <a:gd name="connsiteX26" fmla="*/ 473581 w 1190490"/>
              <a:gd name="connsiteY26" fmla="*/ 387214 h 688042"/>
              <a:gd name="connsiteX27" fmla="*/ 533151 w 1190490"/>
              <a:gd name="connsiteY27" fmla="*/ 378278 h 688042"/>
              <a:gd name="connsiteX28" fmla="*/ 559958 w 1190490"/>
              <a:gd name="connsiteY28" fmla="*/ 360407 h 688042"/>
              <a:gd name="connsiteX29" fmla="*/ 580807 w 1190490"/>
              <a:gd name="connsiteY29" fmla="*/ 351472 h 688042"/>
              <a:gd name="connsiteX30" fmla="*/ 589743 w 1190490"/>
              <a:gd name="connsiteY30" fmla="*/ 342536 h 688042"/>
              <a:gd name="connsiteX31" fmla="*/ 604635 w 1190490"/>
              <a:gd name="connsiteY31" fmla="*/ 324665 h 688042"/>
              <a:gd name="connsiteX32" fmla="*/ 628463 w 1190490"/>
              <a:gd name="connsiteY32" fmla="*/ 309773 h 688042"/>
              <a:gd name="connsiteX33" fmla="*/ 658248 w 1190490"/>
              <a:gd name="connsiteY33" fmla="*/ 279988 h 688042"/>
              <a:gd name="connsiteX34" fmla="*/ 670162 w 1190490"/>
              <a:gd name="connsiteY34" fmla="*/ 265095 h 688042"/>
              <a:gd name="connsiteX35" fmla="*/ 723775 w 1190490"/>
              <a:gd name="connsiteY35" fmla="*/ 259138 h 688042"/>
              <a:gd name="connsiteX36" fmla="*/ 774410 w 1190490"/>
              <a:gd name="connsiteY36" fmla="*/ 232332 h 688042"/>
              <a:gd name="connsiteX37" fmla="*/ 783346 w 1190490"/>
              <a:gd name="connsiteY37" fmla="*/ 223396 h 688042"/>
              <a:gd name="connsiteX38" fmla="*/ 813131 w 1190490"/>
              <a:gd name="connsiteY38" fmla="*/ 202547 h 688042"/>
              <a:gd name="connsiteX39" fmla="*/ 845894 w 1190490"/>
              <a:gd name="connsiteY39" fmla="*/ 193611 h 688042"/>
              <a:gd name="connsiteX40" fmla="*/ 914400 w 1190490"/>
              <a:gd name="connsiteY40" fmla="*/ 187654 h 688042"/>
              <a:gd name="connsiteX41" fmla="*/ 932271 w 1190490"/>
              <a:gd name="connsiteY41" fmla="*/ 181697 h 688042"/>
              <a:gd name="connsiteX42" fmla="*/ 947163 w 1190490"/>
              <a:gd name="connsiteY42" fmla="*/ 175740 h 688042"/>
              <a:gd name="connsiteX43" fmla="*/ 985884 w 1190490"/>
              <a:gd name="connsiteY43" fmla="*/ 163826 h 688042"/>
              <a:gd name="connsiteX44" fmla="*/ 1002141 w 1190490"/>
              <a:gd name="connsiteY44" fmla="*/ 106247 h 688042"/>
              <a:gd name="connsiteX45" fmla="*/ 1054845 w 1190490"/>
              <a:gd name="connsiteY45" fmla="*/ 43711 h 688042"/>
              <a:gd name="connsiteX46" fmla="*/ 1113729 w 1190490"/>
              <a:gd name="connsiteY46" fmla="*/ 32782 h 688042"/>
              <a:gd name="connsiteX47" fmla="*/ 1145576 w 1190490"/>
              <a:gd name="connsiteY47" fmla="*/ 16891 h 688042"/>
              <a:gd name="connsiteX48" fmla="*/ 1171927 w 1190490"/>
              <a:gd name="connsiteY48" fmla="*/ 10927 h 688042"/>
              <a:gd name="connsiteX49" fmla="*/ 1190490 w 1190490"/>
              <a:gd name="connsiteY49" fmla="*/ 0 h 688042"/>
              <a:gd name="connsiteX0" fmla="*/ 0 w 1190490"/>
              <a:gd name="connsiteY0" fmla="*/ 688042 h 688042"/>
              <a:gd name="connsiteX1" fmla="*/ 17871 w 1190490"/>
              <a:gd name="connsiteY1" fmla="*/ 685064 h 688042"/>
              <a:gd name="connsiteX2" fmla="*/ 47656 w 1190490"/>
              <a:gd name="connsiteY2" fmla="*/ 670171 h 688042"/>
              <a:gd name="connsiteX3" fmla="*/ 56591 w 1190490"/>
              <a:gd name="connsiteY3" fmla="*/ 664214 h 688042"/>
              <a:gd name="connsiteX4" fmla="*/ 71484 w 1190490"/>
              <a:gd name="connsiteY4" fmla="*/ 658257 h 688042"/>
              <a:gd name="connsiteX5" fmla="*/ 89355 w 1190490"/>
              <a:gd name="connsiteY5" fmla="*/ 646343 h 688042"/>
              <a:gd name="connsiteX6" fmla="*/ 116161 w 1190490"/>
              <a:gd name="connsiteY6" fmla="*/ 637408 h 688042"/>
              <a:gd name="connsiteX7" fmla="*/ 139989 w 1190490"/>
              <a:gd name="connsiteY7" fmla="*/ 622515 h 688042"/>
              <a:gd name="connsiteX8" fmla="*/ 151903 w 1190490"/>
              <a:gd name="connsiteY8" fmla="*/ 616558 h 688042"/>
              <a:gd name="connsiteX9" fmla="*/ 160839 w 1190490"/>
              <a:gd name="connsiteY9" fmla="*/ 610601 h 688042"/>
              <a:gd name="connsiteX10" fmla="*/ 175731 w 1190490"/>
              <a:gd name="connsiteY10" fmla="*/ 604644 h 688042"/>
              <a:gd name="connsiteX11" fmla="*/ 184667 w 1190490"/>
              <a:gd name="connsiteY11" fmla="*/ 601666 h 688042"/>
              <a:gd name="connsiteX12" fmla="*/ 223387 w 1190490"/>
              <a:gd name="connsiteY12" fmla="*/ 577838 h 688042"/>
              <a:gd name="connsiteX13" fmla="*/ 238280 w 1190490"/>
              <a:gd name="connsiteY13" fmla="*/ 568902 h 688042"/>
              <a:gd name="connsiteX14" fmla="*/ 250194 w 1190490"/>
              <a:gd name="connsiteY14" fmla="*/ 548053 h 688042"/>
              <a:gd name="connsiteX15" fmla="*/ 256151 w 1190490"/>
              <a:gd name="connsiteY15" fmla="*/ 536139 h 688042"/>
              <a:gd name="connsiteX16" fmla="*/ 265086 w 1190490"/>
              <a:gd name="connsiteY16" fmla="*/ 530182 h 688042"/>
              <a:gd name="connsiteX17" fmla="*/ 277000 w 1190490"/>
              <a:gd name="connsiteY17" fmla="*/ 512311 h 688042"/>
              <a:gd name="connsiteX18" fmla="*/ 282957 w 1190490"/>
              <a:gd name="connsiteY18" fmla="*/ 500397 h 688042"/>
              <a:gd name="connsiteX19" fmla="*/ 291893 w 1190490"/>
              <a:gd name="connsiteY19" fmla="*/ 488483 h 688042"/>
              <a:gd name="connsiteX20" fmla="*/ 300828 w 1190490"/>
              <a:gd name="connsiteY20" fmla="*/ 473590 h 688042"/>
              <a:gd name="connsiteX21" fmla="*/ 327635 w 1190490"/>
              <a:gd name="connsiteY21" fmla="*/ 440827 h 688042"/>
              <a:gd name="connsiteX22" fmla="*/ 336570 w 1190490"/>
              <a:gd name="connsiteY22" fmla="*/ 431891 h 688042"/>
              <a:gd name="connsiteX23" fmla="*/ 342527 w 1190490"/>
              <a:gd name="connsiteY23" fmla="*/ 422956 h 688042"/>
              <a:gd name="connsiteX24" fmla="*/ 372312 w 1190490"/>
              <a:gd name="connsiteY24" fmla="*/ 408063 h 688042"/>
              <a:gd name="connsiteX25" fmla="*/ 408054 w 1190490"/>
              <a:gd name="connsiteY25" fmla="*/ 396149 h 688042"/>
              <a:gd name="connsiteX26" fmla="*/ 473581 w 1190490"/>
              <a:gd name="connsiteY26" fmla="*/ 387214 h 688042"/>
              <a:gd name="connsiteX27" fmla="*/ 533151 w 1190490"/>
              <a:gd name="connsiteY27" fmla="*/ 378278 h 688042"/>
              <a:gd name="connsiteX28" fmla="*/ 559958 w 1190490"/>
              <a:gd name="connsiteY28" fmla="*/ 360407 h 688042"/>
              <a:gd name="connsiteX29" fmla="*/ 580807 w 1190490"/>
              <a:gd name="connsiteY29" fmla="*/ 351472 h 688042"/>
              <a:gd name="connsiteX30" fmla="*/ 589743 w 1190490"/>
              <a:gd name="connsiteY30" fmla="*/ 342536 h 688042"/>
              <a:gd name="connsiteX31" fmla="*/ 604635 w 1190490"/>
              <a:gd name="connsiteY31" fmla="*/ 324665 h 688042"/>
              <a:gd name="connsiteX32" fmla="*/ 628463 w 1190490"/>
              <a:gd name="connsiteY32" fmla="*/ 309773 h 688042"/>
              <a:gd name="connsiteX33" fmla="*/ 658248 w 1190490"/>
              <a:gd name="connsiteY33" fmla="*/ 279988 h 688042"/>
              <a:gd name="connsiteX34" fmla="*/ 670162 w 1190490"/>
              <a:gd name="connsiteY34" fmla="*/ 265095 h 688042"/>
              <a:gd name="connsiteX35" fmla="*/ 723775 w 1190490"/>
              <a:gd name="connsiteY35" fmla="*/ 259138 h 688042"/>
              <a:gd name="connsiteX36" fmla="*/ 774410 w 1190490"/>
              <a:gd name="connsiteY36" fmla="*/ 232332 h 688042"/>
              <a:gd name="connsiteX37" fmla="*/ 783346 w 1190490"/>
              <a:gd name="connsiteY37" fmla="*/ 223396 h 688042"/>
              <a:gd name="connsiteX38" fmla="*/ 813131 w 1190490"/>
              <a:gd name="connsiteY38" fmla="*/ 202547 h 688042"/>
              <a:gd name="connsiteX39" fmla="*/ 845894 w 1190490"/>
              <a:gd name="connsiteY39" fmla="*/ 193611 h 688042"/>
              <a:gd name="connsiteX40" fmla="*/ 914400 w 1190490"/>
              <a:gd name="connsiteY40" fmla="*/ 187654 h 688042"/>
              <a:gd name="connsiteX41" fmla="*/ 932271 w 1190490"/>
              <a:gd name="connsiteY41" fmla="*/ 181697 h 688042"/>
              <a:gd name="connsiteX42" fmla="*/ 947163 w 1190490"/>
              <a:gd name="connsiteY42" fmla="*/ 175740 h 688042"/>
              <a:gd name="connsiteX43" fmla="*/ 975570 w 1190490"/>
              <a:gd name="connsiteY43" fmla="*/ 153901 h 688042"/>
              <a:gd name="connsiteX44" fmla="*/ 1002141 w 1190490"/>
              <a:gd name="connsiteY44" fmla="*/ 106247 h 688042"/>
              <a:gd name="connsiteX45" fmla="*/ 1054845 w 1190490"/>
              <a:gd name="connsiteY45" fmla="*/ 43711 h 688042"/>
              <a:gd name="connsiteX46" fmla="*/ 1113729 w 1190490"/>
              <a:gd name="connsiteY46" fmla="*/ 32782 h 688042"/>
              <a:gd name="connsiteX47" fmla="*/ 1145576 w 1190490"/>
              <a:gd name="connsiteY47" fmla="*/ 16891 h 688042"/>
              <a:gd name="connsiteX48" fmla="*/ 1171927 w 1190490"/>
              <a:gd name="connsiteY48" fmla="*/ 10927 h 688042"/>
              <a:gd name="connsiteX49" fmla="*/ 1190490 w 1190490"/>
              <a:gd name="connsiteY49" fmla="*/ 0 h 688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190490" h="688042">
                <a:moveTo>
                  <a:pt x="0" y="688042"/>
                </a:moveTo>
                <a:cubicBezTo>
                  <a:pt x="5957" y="687049"/>
                  <a:pt x="12045" y="686653"/>
                  <a:pt x="17871" y="685064"/>
                </a:cubicBezTo>
                <a:cubicBezTo>
                  <a:pt x="29538" y="681882"/>
                  <a:pt x="37491" y="676524"/>
                  <a:pt x="47656" y="670171"/>
                </a:cubicBezTo>
                <a:cubicBezTo>
                  <a:pt x="50691" y="668274"/>
                  <a:pt x="53389" y="665815"/>
                  <a:pt x="56591" y="664214"/>
                </a:cubicBezTo>
                <a:cubicBezTo>
                  <a:pt x="61373" y="661823"/>
                  <a:pt x="66790" y="660817"/>
                  <a:pt x="71484" y="658257"/>
                </a:cubicBezTo>
                <a:cubicBezTo>
                  <a:pt x="77769" y="654829"/>
                  <a:pt x="83070" y="649771"/>
                  <a:pt x="89355" y="646343"/>
                </a:cubicBezTo>
                <a:cubicBezTo>
                  <a:pt x="98847" y="641165"/>
                  <a:pt x="106105" y="639922"/>
                  <a:pt x="116161" y="637408"/>
                </a:cubicBezTo>
                <a:cubicBezTo>
                  <a:pt x="146348" y="622314"/>
                  <a:pt x="109057" y="641848"/>
                  <a:pt x="139989" y="622515"/>
                </a:cubicBezTo>
                <a:cubicBezTo>
                  <a:pt x="143754" y="620162"/>
                  <a:pt x="148048" y="618761"/>
                  <a:pt x="151903" y="616558"/>
                </a:cubicBezTo>
                <a:cubicBezTo>
                  <a:pt x="155011" y="614782"/>
                  <a:pt x="157637" y="612202"/>
                  <a:pt x="160839" y="610601"/>
                </a:cubicBezTo>
                <a:cubicBezTo>
                  <a:pt x="165621" y="608210"/>
                  <a:pt x="170725" y="606521"/>
                  <a:pt x="175731" y="604644"/>
                </a:cubicBezTo>
                <a:cubicBezTo>
                  <a:pt x="178671" y="603542"/>
                  <a:pt x="181930" y="603205"/>
                  <a:pt x="184667" y="601666"/>
                </a:cubicBezTo>
                <a:cubicBezTo>
                  <a:pt x="197876" y="594236"/>
                  <a:pt x="210456" y="585741"/>
                  <a:pt x="223387" y="577838"/>
                </a:cubicBezTo>
                <a:cubicBezTo>
                  <a:pt x="228327" y="574819"/>
                  <a:pt x="238280" y="568902"/>
                  <a:pt x="238280" y="568902"/>
                </a:cubicBezTo>
                <a:cubicBezTo>
                  <a:pt x="242251" y="561952"/>
                  <a:pt x="246361" y="555080"/>
                  <a:pt x="250194" y="548053"/>
                </a:cubicBezTo>
                <a:cubicBezTo>
                  <a:pt x="252320" y="544155"/>
                  <a:pt x="253309" y="539550"/>
                  <a:pt x="256151" y="536139"/>
                </a:cubicBezTo>
                <a:cubicBezTo>
                  <a:pt x="258443" y="533389"/>
                  <a:pt x="262108" y="532168"/>
                  <a:pt x="265086" y="530182"/>
                </a:cubicBezTo>
                <a:cubicBezTo>
                  <a:pt x="269057" y="524225"/>
                  <a:pt x="273317" y="518450"/>
                  <a:pt x="277000" y="512311"/>
                </a:cubicBezTo>
                <a:cubicBezTo>
                  <a:pt x="279284" y="508504"/>
                  <a:pt x="280604" y="504162"/>
                  <a:pt x="282957" y="500397"/>
                </a:cubicBezTo>
                <a:cubicBezTo>
                  <a:pt x="285588" y="496187"/>
                  <a:pt x="289139" y="492614"/>
                  <a:pt x="291893" y="488483"/>
                </a:cubicBezTo>
                <a:cubicBezTo>
                  <a:pt x="295104" y="483666"/>
                  <a:pt x="297354" y="478221"/>
                  <a:pt x="300828" y="473590"/>
                </a:cubicBezTo>
                <a:cubicBezTo>
                  <a:pt x="309294" y="462301"/>
                  <a:pt x="317658" y="450805"/>
                  <a:pt x="327635" y="440827"/>
                </a:cubicBezTo>
                <a:cubicBezTo>
                  <a:pt x="330613" y="437848"/>
                  <a:pt x="333873" y="435127"/>
                  <a:pt x="336570" y="431891"/>
                </a:cubicBezTo>
                <a:cubicBezTo>
                  <a:pt x="338862" y="429141"/>
                  <a:pt x="339701" y="425154"/>
                  <a:pt x="342527" y="422956"/>
                </a:cubicBezTo>
                <a:cubicBezTo>
                  <a:pt x="373866" y="398582"/>
                  <a:pt x="352739" y="417850"/>
                  <a:pt x="372312" y="408063"/>
                </a:cubicBezTo>
                <a:cubicBezTo>
                  <a:pt x="399078" y="394680"/>
                  <a:pt x="374376" y="400961"/>
                  <a:pt x="408054" y="396149"/>
                </a:cubicBezTo>
                <a:cubicBezTo>
                  <a:pt x="436091" y="386805"/>
                  <a:pt x="407185" y="395727"/>
                  <a:pt x="473581" y="387214"/>
                </a:cubicBezTo>
                <a:cubicBezTo>
                  <a:pt x="493497" y="384661"/>
                  <a:pt x="513294" y="381257"/>
                  <a:pt x="533151" y="378278"/>
                </a:cubicBezTo>
                <a:cubicBezTo>
                  <a:pt x="576245" y="361041"/>
                  <a:pt x="520118" y="385759"/>
                  <a:pt x="559958" y="360407"/>
                </a:cubicBezTo>
                <a:cubicBezTo>
                  <a:pt x="566337" y="356348"/>
                  <a:pt x="573857" y="354450"/>
                  <a:pt x="580807" y="351472"/>
                </a:cubicBezTo>
                <a:cubicBezTo>
                  <a:pt x="583786" y="348493"/>
                  <a:pt x="586944" y="345684"/>
                  <a:pt x="589743" y="342536"/>
                </a:cubicBezTo>
                <a:cubicBezTo>
                  <a:pt x="594895" y="336740"/>
                  <a:pt x="599152" y="330148"/>
                  <a:pt x="604635" y="324665"/>
                </a:cubicBezTo>
                <a:cubicBezTo>
                  <a:pt x="612367" y="316933"/>
                  <a:pt x="619027" y="314491"/>
                  <a:pt x="628463" y="309773"/>
                </a:cubicBezTo>
                <a:cubicBezTo>
                  <a:pt x="642523" y="288682"/>
                  <a:pt x="625095" y="313141"/>
                  <a:pt x="658248" y="279988"/>
                </a:cubicBezTo>
                <a:cubicBezTo>
                  <a:pt x="662743" y="275493"/>
                  <a:pt x="664104" y="267023"/>
                  <a:pt x="670162" y="265095"/>
                </a:cubicBezTo>
                <a:cubicBezTo>
                  <a:pt x="687296" y="259643"/>
                  <a:pt x="705904" y="261124"/>
                  <a:pt x="723775" y="259138"/>
                </a:cubicBezTo>
                <a:cubicBezTo>
                  <a:pt x="740609" y="252405"/>
                  <a:pt x="762078" y="244664"/>
                  <a:pt x="774410" y="232332"/>
                </a:cubicBezTo>
                <a:cubicBezTo>
                  <a:pt x="777389" y="229353"/>
                  <a:pt x="780176" y="226170"/>
                  <a:pt x="783346" y="223396"/>
                </a:cubicBezTo>
                <a:cubicBezTo>
                  <a:pt x="791570" y="216199"/>
                  <a:pt x="802975" y="207163"/>
                  <a:pt x="813131" y="202547"/>
                </a:cubicBezTo>
                <a:cubicBezTo>
                  <a:pt x="820913" y="199010"/>
                  <a:pt x="836851" y="194580"/>
                  <a:pt x="845894" y="193611"/>
                </a:cubicBezTo>
                <a:cubicBezTo>
                  <a:pt x="868685" y="191169"/>
                  <a:pt x="891565" y="189640"/>
                  <a:pt x="914400" y="187654"/>
                </a:cubicBezTo>
                <a:cubicBezTo>
                  <a:pt x="920357" y="185668"/>
                  <a:pt x="926370" y="183843"/>
                  <a:pt x="932271" y="181697"/>
                </a:cubicBezTo>
                <a:cubicBezTo>
                  <a:pt x="937296" y="179870"/>
                  <a:pt x="939947" y="180373"/>
                  <a:pt x="947163" y="175740"/>
                </a:cubicBezTo>
                <a:cubicBezTo>
                  <a:pt x="954379" y="171107"/>
                  <a:pt x="966407" y="165483"/>
                  <a:pt x="975570" y="153901"/>
                </a:cubicBezTo>
                <a:cubicBezTo>
                  <a:pt x="984733" y="142319"/>
                  <a:pt x="988929" y="124612"/>
                  <a:pt x="1002141" y="106247"/>
                </a:cubicBezTo>
                <a:cubicBezTo>
                  <a:pt x="1015354" y="87882"/>
                  <a:pt x="1036247" y="55955"/>
                  <a:pt x="1054845" y="43711"/>
                </a:cubicBezTo>
                <a:cubicBezTo>
                  <a:pt x="1073443" y="31467"/>
                  <a:pt x="1098607" y="37252"/>
                  <a:pt x="1113729" y="32782"/>
                </a:cubicBezTo>
                <a:cubicBezTo>
                  <a:pt x="1128851" y="28312"/>
                  <a:pt x="1135876" y="20533"/>
                  <a:pt x="1145576" y="16891"/>
                </a:cubicBezTo>
                <a:cubicBezTo>
                  <a:pt x="1155276" y="13249"/>
                  <a:pt x="1171927" y="21620"/>
                  <a:pt x="1171927" y="10927"/>
                </a:cubicBezTo>
                <a:cubicBezTo>
                  <a:pt x="1171927" y="6"/>
                  <a:pt x="1190490" y="10921"/>
                  <a:pt x="1190490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301BF32B-2E5D-6D2F-1263-63DFFAC2F403}"/>
              </a:ext>
            </a:extLst>
          </p:cNvPr>
          <p:cNvSpPr>
            <a:spLocks/>
          </p:cNvSpPr>
          <p:nvPr/>
        </p:nvSpPr>
        <p:spPr>
          <a:xfrm>
            <a:off x="2597502" y="6175664"/>
            <a:ext cx="753561" cy="134342"/>
          </a:xfrm>
          <a:custGeom>
            <a:avLst/>
            <a:gdLst>
              <a:gd name="connsiteX0" fmla="*/ 0 w 685055"/>
              <a:gd name="connsiteY0" fmla="*/ 122129 h 122129"/>
              <a:gd name="connsiteX1" fmla="*/ 83398 w 685055"/>
              <a:gd name="connsiteY1" fmla="*/ 116172 h 122129"/>
              <a:gd name="connsiteX2" fmla="*/ 98290 w 685055"/>
              <a:gd name="connsiteY2" fmla="*/ 110215 h 122129"/>
              <a:gd name="connsiteX3" fmla="*/ 113183 w 685055"/>
              <a:gd name="connsiteY3" fmla="*/ 107237 h 122129"/>
              <a:gd name="connsiteX4" fmla="*/ 122118 w 685055"/>
              <a:gd name="connsiteY4" fmla="*/ 104258 h 122129"/>
              <a:gd name="connsiteX5" fmla="*/ 178710 w 685055"/>
              <a:gd name="connsiteY5" fmla="*/ 101280 h 122129"/>
              <a:gd name="connsiteX6" fmla="*/ 244237 w 685055"/>
              <a:gd name="connsiteY6" fmla="*/ 95323 h 122129"/>
              <a:gd name="connsiteX7" fmla="*/ 318699 w 685055"/>
              <a:gd name="connsiteY7" fmla="*/ 92344 h 122129"/>
              <a:gd name="connsiteX8" fmla="*/ 351463 w 685055"/>
              <a:gd name="connsiteY8" fmla="*/ 89366 h 122129"/>
              <a:gd name="connsiteX9" fmla="*/ 372312 w 685055"/>
              <a:gd name="connsiteY9" fmla="*/ 86387 h 122129"/>
              <a:gd name="connsiteX10" fmla="*/ 434861 w 685055"/>
              <a:gd name="connsiteY10" fmla="*/ 80430 h 122129"/>
              <a:gd name="connsiteX11" fmla="*/ 482517 w 685055"/>
              <a:gd name="connsiteY11" fmla="*/ 74473 h 122129"/>
              <a:gd name="connsiteX12" fmla="*/ 545065 w 685055"/>
              <a:gd name="connsiteY12" fmla="*/ 68516 h 122129"/>
              <a:gd name="connsiteX13" fmla="*/ 559958 w 685055"/>
              <a:gd name="connsiteY13" fmla="*/ 65538 h 122129"/>
              <a:gd name="connsiteX14" fmla="*/ 601657 w 685055"/>
              <a:gd name="connsiteY14" fmla="*/ 41710 h 122129"/>
              <a:gd name="connsiteX15" fmla="*/ 619528 w 685055"/>
              <a:gd name="connsiteY15" fmla="*/ 32774 h 122129"/>
              <a:gd name="connsiteX16" fmla="*/ 649313 w 685055"/>
              <a:gd name="connsiteY16" fmla="*/ 14903 h 122129"/>
              <a:gd name="connsiteX17" fmla="*/ 673141 w 685055"/>
              <a:gd name="connsiteY17" fmla="*/ 5968 h 122129"/>
              <a:gd name="connsiteX18" fmla="*/ 685055 w 685055"/>
              <a:gd name="connsiteY18" fmla="*/ 11 h 12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85055" h="122129">
                <a:moveTo>
                  <a:pt x="0" y="122129"/>
                </a:moveTo>
                <a:cubicBezTo>
                  <a:pt x="27799" y="120143"/>
                  <a:pt x="55730" y="119526"/>
                  <a:pt x="83398" y="116172"/>
                </a:cubicBezTo>
                <a:cubicBezTo>
                  <a:pt x="88706" y="115529"/>
                  <a:pt x="93169" y="111751"/>
                  <a:pt x="98290" y="110215"/>
                </a:cubicBezTo>
                <a:cubicBezTo>
                  <a:pt x="103139" y="108760"/>
                  <a:pt x="108272" y="108465"/>
                  <a:pt x="113183" y="107237"/>
                </a:cubicBezTo>
                <a:cubicBezTo>
                  <a:pt x="116229" y="106476"/>
                  <a:pt x="118991" y="104542"/>
                  <a:pt x="122118" y="104258"/>
                </a:cubicBezTo>
                <a:cubicBezTo>
                  <a:pt x="140931" y="102548"/>
                  <a:pt x="159846" y="102273"/>
                  <a:pt x="178710" y="101280"/>
                </a:cubicBezTo>
                <a:cubicBezTo>
                  <a:pt x="209913" y="96079"/>
                  <a:pt x="196795" y="97637"/>
                  <a:pt x="244237" y="95323"/>
                </a:cubicBezTo>
                <a:lnTo>
                  <a:pt x="318699" y="92344"/>
                </a:lnTo>
                <a:cubicBezTo>
                  <a:pt x="329620" y="91351"/>
                  <a:pt x="340564" y="90577"/>
                  <a:pt x="351463" y="89366"/>
                </a:cubicBezTo>
                <a:cubicBezTo>
                  <a:pt x="358440" y="88591"/>
                  <a:pt x="365332" y="87135"/>
                  <a:pt x="372312" y="86387"/>
                </a:cubicBezTo>
                <a:cubicBezTo>
                  <a:pt x="393137" y="84156"/>
                  <a:pt x="414011" y="82416"/>
                  <a:pt x="434861" y="80430"/>
                </a:cubicBezTo>
                <a:cubicBezTo>
                  <a:pt x="459022" y="74391"/>
                  <a:pt x="440801" y="78266"/>
                  <a:pt x="482517" y="74473"/>
                </a:cubicBezTo>
                <a:lnTo>
                  <a:pt x="545065" y="68516"/>
                </a:lnTo>
                <a:cubicBezTo>
                  <a:pt x="550029" y="67523"/>
                  <a:pt x="555233" y="67355"/>
                  <a:pt x="559958" y="65538"/>
                </a:cubicBezTo>
                <a:cubicBezTo>
                  <a:pt x="585770" y="55611"/>
                  <a:pt x="579960" y="54367"/>
                  <a:pt x="601657" y="41710"/>
                </a:cubicBezTo>
                <a:cubicBezTo>
                  <a:pt x="607410" y="38354"/>
                  <a:pt x="613723" y="36039"/>
                  <a:pt x="619528" y="32774"/>
                </a:cubicBezTo>
                <a:cubicBezTo>
                  <a:pt x="629619" y="27098"/>
                  <a:pt x="638563" y="19203"/>
                  <a:pt x="649313" y="14903"/>
                </a:cubicBezTo>
                <a:cubicBezTo>
                  <a:pt x="667120" y="7780"/>
                  <a:pt x="659133" y="10636"/>
                  <a:pt x="673141" y="5968"/>
                </a:cubicBezTo>
                <a:cubicBezTo>
                  <a:pt x="682903" y="-540"/>
                  <a:pt x="678497" y="11"/>
                  <a:pt x="685055" y="11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31974955-A52B-E73B-20D4-BA2EC82BABE9}"/>
              </a:ext>
            </a:extLst>
          </p:cNvPr>
          <p:cNvSpPr>
            <a:spLocks/>
          </p:cNvSpPr>
          <p:nvPr/>
        </p:nvSpPr>
        <p:spPr>
          <a:xfrm>
            <a:off x="863601" y="6350000"/>
            <a:ext cx="1409700" cy="508000"/>
          </a:xfrm>
          <a:custGeom>
            <a:avLst/>
            <a:gdLst>
              <a:gd name="connsiteX0" fmla="*/ 0 w 1081197"/>
              <a:gd name="connsiteY0" fmla="*/ 440818 h 440818"/>
              <a:gd name="connsiteX1" fmla="*/ 11914 w 1081197"/>
              <a:gd name="connsiteY1" fmla="*/ 425925 h 440818"/>
              <a:gd name="connsiteX2" fmla="*/ 29785 w 1081197"/>
              <a:gd name="connsiteY2" fmla="*/ 399119 h 440818"/>
              <a:gd name="connsiteX3" fmla="*/ 32764 w 1081197"/>
              <a:gd name="connsiteY3" fmla="*/ 390183 h 440818"/>
              <a:gd name="connsiteX4" fmla="*/ 80420 w 1081197"/>
              <a:gd name="connsiteY4" fmla="*/ 369334 h 440818"/>
              <a:gd name="connsiteX5" fmla="*/ 95313 w 1081197"/>
              <a:gd name="connsiteY5" fmla="*/ 360398 h 440818"/>
              <a:gd name="connsiteX6" fmla="*/ 113184 w 1081197"/>
              <a:gd name="connsiteY6" fmla="*/ 357420 h 440818"/>
              <a:gd name="connsiteX7" fmla="*/ 160840 w 1081197"/>
              <a:gd name="connsiteY7" fmla="*/ 351463 h 440818"/>
              <a:gd name="connsiteX8" fmla="*/ 229345 w 1081197"/>
              <a:gd name="connsiteY8" fmla="*/ 342527 h 440818"/>
              <a:gd name="connsiteX9" fmla="*/ 256152 w 1081197"/>
              <a:gd name="connsiteY9" fmla="*/ 336570 h 440818"/>
              <a:gd name="connsiteX10" fmla="*/ 294872 w 1081197"/>
              <a:gd name="connsiteY10" fmla="*/ 318699 h 440818"/>
              <a:gd name="connsiteX11" fmla="*/ 315722 w 1081197"/>
              <a:gd name="connsiteY11" fmla="*/ 312742 h 440818"/>
              <a:gd name="connsiteX12" fmla="*/ 366356 w 1081197"/>
              <a:gd name="connsiteY12" fmla="*/ 294871 h 440818"/>
              <a:gd name="connsiteX13" fmla="*/ 396141 w 1081197"/>
              <a:gd name="connsiteY13" fmla="*/ 285936 h 440818"/>
              <a:gd name="connsiteX14" fmla="*/ 419969 w 1081197"/>
              <a:gd name="connsiteY14" fmla="*/ 277000 h 440818"/>
              <a:gd name="connsiteX15" fmla="*/ 452733 w 1081197"/>
              <a:gd name="connsiteY15" fmla="*/ 271043 h 440818"/>
              <a:gd name="connsiteX16" fmla="*/ 476561 w 1081197"/>
              <a:gd name="connsiteY16" fmla="*/ 265086 h 440818"/>
              <a:gd name="connsiteX17" fmla="*/ 503367 w 1081197"/>
              <a:gd name="connsiteY17" fmla="*/ 256151 h 440818"/>
              <a:gd name="connsiteX18" fmla="*/ 527195 w 1081197"/>
              <a:gd name="connsiteY18" fmla="*/ 253172 h 440818"/>
              <a:gd name="connsiteX19" fmla="*/ 565916 w 1081197"/>
              <a:gd name="connsiteY19" fmla="*/ 235301 h 440818"/>
              <a:gd name="connsiteX20" fmla="*/ 571873 w 1081197"/>
              <a:gd name="connsiteY20" fmla="*/ 223387 h 440818"/>
              <a:gd name="connsiteX21" fmla="*/ 604636 w 1081197"/>
              <a:gd name="connsiteY21" fmla="*/ 175731 h 440818"/>
              <a:gd name="connsiteX22" fmla="*/ 610593 w 1081197"/>
              <a:gd name="connsiteY22" fmla="*/ 157860 h 440818"/>
              <a:gd name="connsiteX23" fmla="*/ 613572 w 1081197"/>
              <a:gd name="connsiteY23" fmla="*/ 145946 h 440818"/>
              <a:gd name="connsiteX24" fmla="*/ 622507 w 1081197"/>
              <a:gd name="connsiteY24" fmla="*/ 128075 h 440818"/>
              <a:gd name="connsiteX25" fmla="*/ 628464 w 1081197"/>
              <a:gd name="connsiteY25" fmla="*/ 110204 h 440818"/>
              <a:gd name="connsiteX26" fmla="*/ 640378 w 1081197"/>
              <a:gd name="connsiteY26" fmla="*/ 92333 h 440818"/>
              <a:gd name="connsiteX27" fmla="*/ 646335 w 1081197"/>
              <a:gd name="connsiteY27" fmla="*/ 80419 h 440818"/>
              <a:gd name="connsiteX28" fmla="*/ 655271 w 1081197"/>
              <a:gd name="connsiteY28" fmla="*/ 71484 h 440818"/>
              <a:gd name="connsiteX29" fmla="*/ 682077 w 1081197"/>
              <a:gd name="connsiteY29" fmla="*/ 32763 h 440818"/>
              <a:gd name="connsiteX30" fmla="*/ 723776 w 1081197"/>
              <a:gd name="connsiteY30" fmla="*/ 23828 h 440818"/>
              <a:gd name="connsiteX31" fmla="*/ 866744 w 1081197"/>
              <a:gd name="connsiteY31" fmla="*/ 38720 h 440818"/>
              <a:gd name="connsiteX32" fmla="*/ 911422 w 1081197"/>
              <a:gd name="connsiteY32" fmla="*/ 53613 h 440818"/>
              <a:gd name="connsiteX33" fmla="*/ 926314 w 1081197"/>
              <a:gd name="connsiteY33" fmla="*/ 68505 h 440818"/>
              <a:gd name="connsiteX34" fmla="*/ 950142 w 1081197"/>
              <a:gd name="connsiteY34" fmla="*/ 74462 h 440818"/>
              <a:gd name="connsiteX35" fmla="*/ 968013 w 1081197"/>
              <a:gd name="connsiteY35" fmla="*/ 80419 h 440818"/>
              <a:gd name="connsiteX36" fmla="*/ 979928 w 1081197"/>
              <a:gd name="connsiteY36" fmla="*/ 77441 h 440818"/>
              <a:gd name="connsiteX37" fmla="*/ 1000777 w 1081197"/>
              <a:gd name="connsiteY37" fmla="*/ 59570 h 440818"/>
              <a:gd name="connsiteX38" fmla="*/ 1003756 w 1081197"/>
              <a:gd name="connsiteY38" fmla="*/ 50634 h 440818"/>
              <a:gd name="connsiteX39" fmla="*/ 1015670 w 1081197"/>
              <a:gd name="connsiteY39" fmla="*/ 44677 h 440818"/>
              <a:gd name="connsiteX40" fmla="*/ 1033541 w 1081197"/>
              <a:gd name="connsiteY40" fmla="*/ 32763 h 440818"/>
              <a:gd name="connsiteX41" fmla="*/ 1042476 w 1081197"/>
              <a:gd name="connsiteY41" fmla="*/ 26806 h 440818"/>
              <a:gd name="connsiteX42" fmla="*/ 1054390 w 1081197"/>
              <a:gd name="connsiteY42" fmla="*/ 14892 h 440818"/>
              <a:gd name="connsiteX43" fmla="*/ 1063326 w 1081197"/>
              <a:gd name="connsiteY43" fmla="*/ 11914 h 440818"/>
              <a:gd name="connsiteX44" fmla="*/ 1081197 w 1081197"/>
              <a:gd name="connsiteY44" fmla="*/ 0 h 44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081197" h="440818">
                <a:moveTo>
                  <a:pt x="0" y="440818"/>
                </a:moveTo>
                <a:cubicBezTo>
                  <a:pt x="3971" y="435854"/>
                  <a:pt x="8711" y="431416"/>
                  <a:pt x="11914" y="425925"/>
                </a:cubicBezTo>
                <a:cubicBezTo>
                  <a:pt x="28373" y="397711"/>
                  <a:pt x="11665" y="411200"/>
                  <a:pt x="29785" y="399119"/>
                </a:cubicBezTo>
                <a:cubicBezTo>
                  <a:pt x="30778" y="396140"/>
                  <a:pt x="30286" y="392111"/>
                  <a:pt x="32764" y="390183"/>
                </a:cubicBezTo>
                <a:cubicBezTo>
                  <a:pt x="45795" y="380048"/>
                  <a:pt x="65839" y="376064"/>
                  <a:pt x="80420" y="369334"/>
                </a:cubicBezTo>
                <a:cubicBezTo>
                  <a:pt x="85677" y="366908"/>
                  <a:pt x="89872" y="362376"/>
                  <a:pt x="95313" y="360398"/>
                </a:cubicBezTo>
                <a:cubicBezTo>
                  <a:pt x="100989" y="358334"/>
                  <a:pt x="107262" y="358604"/>
                  <a:pt x="113184" y="357420"/>
                </a:cubicBezTo>
                <a:cubicBezTo>
                  <a:pt x="148430" y="350371"/>
                  <a:pt x="86749" y="358199"/>
                  <a:pt x="160840" y="351463"/>
                </a:cubicBezTo>
                <a:cubicBezTo>
                  <a:pt x="187912" y="349002"/>
                  <a:pt x="201319" y="347623"/>
                  <a:pt x="229345" y="342527"/>
                </a:cubicBezTo>
                <a:cubicBezTo>
                  <a:pt x="238351" y="340890"/>
                  <a:pt x="247216" y="338556"/>
                  <a:pt x="256152" y="336570"/>
                </a:cubicBezTo>
                <a:cubicBezTo>
                  <a:pt x="268901" y="330196"/>
                  <a:pt x="281395" y="323512"/>
                  <a:pt x="294872" y="318699"/>
                </a:cubicBezTo>
                <a:cubicBezTo>
                  <a:pt x="301679" y="316268"/>
                  <a:pt x="308865" y="315028"/>
                  <a:pt x="315722" y="312742"/>
                </a:cubicBezTo>
                <a:cubicBezTo>
                  <a:pt x="382284" y="290556"/>
                  <a:pt x="293846" y="317531"/>
                  <a:pt x="366356" y="294871"/>
                </a:cubicBezTo>
                <a:cubicBezTo>
                  <a:pt x="381157" y="290245"/>
                  <a:pt x="384287" y="290247"/>
                  <a:pt x="396141" y="285936"/>
                </a:cubicBezTo>
                <a:cubicBezTo>
                  <a:pt x="404113" y="283037"/>
                  <a:pt x="411765" y="279159"/>
                  <a:pt x="419969" y="277000"/>
                </a:cubicBezTo>
                <a:cubicBezTo>
                  <a:pt x="430704" y="274175"/>
                  <a:pt x="441871" y="273330"/>
                  <a:pt x="452733" y="271043"/>
                </a:cubicBezTo>
                <a:cubicBezTo>
                  <a:pt x="460745" y="269356"/>
                  <a:pt x="468707" y="267396"/>
                  <a:pt x="476561" y="265086"/>
                </a:cubicBezTo>
                <a:cubicBezTo>
                  <a:pt x="485597" y="262428"/>
                  <a:pt x="494199" y="258308"/>
                  <a:pt x="503367" y="256151"/>
                </a:cubicBezTo>
                <a:cubicBezTo>
                  <a:pt x="511159" y="254318"/>
                  <a:pt x="519252" y="254165"/>
                  <a:pt x="527195" y="253172"/>
                </a:cubicBezTo>
                <a:cubicBezTo>
                  <a:pt x="543676" y="248463"/>
                  <a:pt x="553177" y="248040"/>
                  <a:pt x="565916" y="235301"/>
                </a:cubicBezTo>
                <a:cubicBezTo>
                  <a:pt x="569056" y="232161"/>
                  <a:pt x="569209" y="226939"/>
                  <a:pt x="571873" y="223387"/>
                </a:cubicBezTo>
                <a:cubicBezTo>
                  <a:pt x="590436" y="198637"/>
                  <a:pt x="588581" y="223896"/>
                  <a:pt x="604636" y="175731"/>
                </a:cubicBezTo>
                <a:cubicBezTo>
                  <a:pt x="606622" y="169774"/>
                  <a:pt x="608789" y="163874"/>
                  <a:pt x="610593" y="157860"/>
                </a:cubicBezTo>
                <a:cubicBezTo>
                  <a:pt x="611769" y="153939"/>
                  <a:pt x="612052" y="149747"/>
                  <a:pt x="613572" y="145946"/>
                </a:cubicBezTo>
                <a:cubicBezTo>
                  <a:pt x="616045" y="139762"/>
                  <a:pt x="619946" y="134223"/>
                  <a:pt x="622507" y="128075"/>
                </a:cubicBezTo>
                <a:cubicBezTo>
                  <a:pt x="624922" y="122279"/>
                  <a:pt x="625656" y="115820"/>
                  <a:pt x="628464" y="110204"/>
                </a:cubicBezTo>
                <a:cubicBezTo>
                  <a:pt x="631666" y="103800"/>
                  <a:pt x="637176" y="98737"/>
                  <a:pt x="640378" y="92333"/>
                </a:cubicBezTo>
                <a:cubicBezTo>
                  <a:pt x="642364" y="88362"/>
                  <a:pt x="643754" y="84032"/>
                  <a:pt x="646335" y="80419"/>
                </a:cubicBezTo>
                <a:cubicBezTo>
                  <a:pt x="648783" y="76991"/>
                  <a:pt x="652744" y="74854"/>
                  <a:pt x="655271" y="71484"/>
                </a:cubicBezTo>
                <a:cubicBezTo>
                  <a:pt x="661551" y="63111"/>
                  <a:pt x="674046" y="35440"/>
                  <a:pt x="682077" y="32763"/>
                </a:cubicBezTo>
                <a:cubicBezTo>
                  <a:pt x="707542" y="24275"/>
                  <a:pt x="693717" y="27585"/>
                  <a:pt x="723776" y="23828"/>
                </a:cubicBezTo>
                <a:cubicBezTo>
                  <a:pt x="802719" y="38629"/>
                  <a:pt x="755301" y="31755"/>
                  <a:pt x="866744" y="38720"/>
                </a:cubicBezTo>
                <a:cubicBezTo>
                  <a:pt x="883938" y="42541"/>
                  <a:pt x="897089" y="43189"/>
                  <a:pt x="911422" y="53613"/>
                </a:cubicBezTo>
                <a:cubicBezTo>
                  <a:pt x="917099" y="57742"/>
                  <a:pt x="920698" y="64293"/>
                  <a:pt x="926314" y="68505"/>
                </a:cubicBezTo>
                <a:cubicBezTo>
                  <a:pt x="929759" y="71089"/>
                  <a:pt x="948768" y="74087"/>
                  <a:pt x="950142" y="74462"/>
                </a:cubicBezTo>
                <a:cubicBezTo>
                  <a:pt x="956200" y="76114"/>
                  <a:pt x="962056" y="78433"/>
                  <a:pt x="968013" y="80419"/>
                </a:cubicBezTo>
                <a:cubicBezTo>
                  <a:pt x="971985" y="79426"/>
                  <a:pt x="976165" y="79054"/>
                  <a:pt x="979928" y="77441"/>
                </a:cubicBezTo>
                <a:cubicBezTo>
                  <a:pt x="987865" y="74040"/>
                  <a:pt x="995230" y="65117"/>
                  <a:pt x="1000777" y="59570"/>
                </a:cubicBezTo>
                <a:cubicBezTo>
                  <a:pt x="1001770" y="56591"/>
                  <a:pt x="1001536" y="52854"/>
                  <a:pt x="1003756" y="50634"/>
                </a:cubicBezTo>
                <a:cubicBezTo>
                  <a:pt x="1006896" y="47494"/>
                  <a:pt x="1011863" y="46961"/>
                  <a:pt x="1015670" y="44677"/>
                </a:cubicBezTo>
                <a:cubicBezTo>
                  <a:pt x="1021809" y="40994"/>
                  <a:pt x="1027584" y="36734"/>
                  <a:pt x="1033541" y="32763"/>
                </a:cubicBezTo>
                <a:cubicBezTo>
                  <a:pt x="1036519" y="30777"/>
                  <a:pt x="1039945" y="29337"/>
                  <a:pt x="1042476" y="26806"/>
                </a:cubicBezTo>
                <a:cubicBezTo>
                  <a:pt x="1046447" y="22835"/>
                  <a:pt x="1049820" y="18156"/>
                  <a:pt x="1054390" y="14892"/>
                </a:cubicBezTo>
                <a:cubicBezTo>
                  <a:pt x="1056945" y="13067"/>
                  <a:pt x="1060440" y="13151"/>
                  <a:pt x="1063326" y="11914"/>
                </a:cubicBezTo>
                <a:cubicBezTo>
                  <a:pt x="1075948" y="6505"/>
                  <a:pt x="1073241" y="7956"/>
                  <a:pt x="1081197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883D47B7-1359-00C4-17E2-01EAFA79278C}"/>
              </a:ext>
            </a:extLst>
          </p:cNvPr>
          <p:cNvSpPr>
            <a:spLocks/>
          </p:cNvSpPr>
          <p:nvPr/>
        </p:nvSpPr>
        <p:spPr>
          <a:xfrm rot="240150">
            <a:off x="2257426" y="6294083"/>
            <a:ext cx="340132" cy="78142"/>
          </a:xfrm>
          <a:custGeom>
            <a:avLst/>
            <a:gdLst>
              <a:gd name="connsiteX0" fmla="*/ 0 w 142780"/>
              <a:gd name="connsiteY0" fmla="*/ 48606 h 48606"/>
              <a:gd name="connsiteX1" fmla="*/ 45568 w 142780"/>
              <a:gd name="connsiteY1" fmla="*/ 24303 h 48606"/>
              <a:gd name="connsiteX2" fmla="*/ 69871 w 142780"/>
              <a:gd name="connsiteY2" fmla="*/ 21265 h 48606"/>
              <a:gd name="connsiteX3" fmla="*/ 121515 w 142780"/>
              <a:gd name="connsiteY3" fmla="*/ 9114 h 48606"/>
              <a:gd name="connsiteX4" fmla="*/ 142780 w 142780"/>
              <a:gd name="connsiteY4" fmla="*/ 0 h 48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780" h="48606">
                <a:moveTo>
                  <a:pt x="0" y="48606"/>
                </a:moveTo>
                <a:cubicBezTo>
                  <a:pt x="5197" y="45636"/>
                  <a:pt x="40514" y="24935"/>
                  <a:pt x="45568" y="24303"/>
                </a:cubicBezTo>
                <a:cubicBezTo>
                  <a:pt x="53669" y="23290"/>
                  <a:pt x="61818" y="22607"/>
                  <a:pt x="69871" y="21265"/>
                </a:cubicBezTo>
                <a:cubicBezTo>
                  <a:pt x="87478" y="18331"/>
                  <a:pt x="104599" y="14753"/>
                  <a:pt x="121515" y="9114"/>
                </a:cubicBezTo>
                <a:cubicBezTo>
                  <a:pt x="131888" y="5656"/>
                  <a:pt x="134699" y="4040"/>
                  <a:pt x="142780" y="0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C5629796-07D2-4ACD-EC9F-12C5B13A8FEF}"/>
              </a:ext>
            </a:extLst>
          </p:cNvPr>
          <p:cNvSpPr>
            <a:spLocks/>
          </p:cNvSpPr>
          <p:nvPr/>
        </p:nvSpPr>
        <p:spPr>
          <a:xfrm rot="151139">
            <a:off x="5723754" y="3307990"/>
            <a:ext cx="2940663" cy="1550531"/>
          </a:xfrm>
          <a:custGeom>
            <a:avLst/>
            <a:gdLst>
              <a:gd name="connsiteX0" fmla="*/ 0 w 2673330"/>
              <a:gd name="connsiteY0" fmla="*/ 1312362 h 1409574"/>
              <a:gd name="connsiteX1" fmla="*/ 15189 w 2673330"/>
              <a:gd name="connsiteY1" fmla="*/ 1309324 h 1409574"/>
              <a:gd name="connsiteX2" fmla="*/ 30379 w 2673330"/>
              <a:gd name="connsiteY2" fmla="*/ 1303248 h 1409574"/>
              <a:gd name="connsiteX3" fmla="*/ 57720 w 2673330"/>
              <a:gd name="connsiteY3" fmla="*/ 1306286 h 1409574"/>
              <a:gd name="connsiteX4" fmla="*/ 103288 w 2673330"/>
              <a:gd name="connsiteY4" fmla="*/ 1309324 h 1409574"/>
              <a:gd name="connsiteX5" fmla="*/ 115439 w 2673330"/>
              <a:gd name="connsiteY5" fmla="*/ 1315400 h 1409574"/>
              <a:gd name="connsiteX6" fmla="*/ 130629 w 2673330"/>
              <a:gd name="connsiteY6" fmla="*/ 1324513 h 1409574"/>
              <a:gd name="connsiteX7" fmla="*/ 139742 w 2673330"/>
              <a:gd name="connsiteY7" fmla="*/ 1327551 h 1409574"/>
              <a:gd name="connsiteX8" fmla="*/ 170121 w 2673330"/>
              <a:gd name="connsiteY8" fmla="*/ 1333627 h 1409574"/>
              <a:gd name="connsiteX9" fmla="*/ 206575 w 2673330"/>
              <a:gd name="connsiteY9" fmla="*/ 1342741 h 1409574"/>
              <a:gd name="connsiteX10" fmla="*/ 252144 w 2673330"/>
              <a:gd name="connsiteY10" fmla="*/ 1357930 h 1409574"/>
              <a:gd name="connsiteX11" fmla="*/ 306825 w 2673330"/>
              <a:gd name="connsiteY11" fmla="*/ 1370081 h 1409574"/>
              <a:gd name="connsiteX12" fmla="*/ 349355 w 2673330"/>
              <a:gd name="connsiteY12" fmla="*/ 1382233 h 1409574"/>
              <a:gd name="connsiteX13" fmla="*/ 391886 w 2673330"/>
              <a:gd name="connsiteY13" fmla="*/ 1385271 h 1409574"/>
              <a:gd name="connsiteX14" fmla="*/ 431378 w 2673330"/>
              <a:gd name="connsiteY14" fmla="*/ 1382233 h 1409574"/>
              <a:gd name="connsiteX15" fmla="*/ 446567 w 2673330"/>
              <a:gd name="connsiteY15" fmla="*/ 1379195 h 1409574"/>
              <a:gd name="connsiteX16" fmla="*/ 464795 w 2673330"/>
              <a:gd name="connsiteY16" fmla="*/ 1376157 h 1409574"/>
              <a:gd name="connsiteX17" fmla="*/ 552893 w 2673330"/>
              <a:gd name="connsiteY17" fmla="*/ 1382233 h 1409574"/>
              <a:gd name="connsiteX18" fmla="*/ 577196 w 2673330"/>
              <a:gd name="connsiteY18" fmla="*/ 1400460 h 1409574"/>
              <a:gd name="connsiteX19" fmla="*/ 589347 w 2673330"/>
              <a:gd name="connsiteY19" fmla="*/ 1403498 h 1409574"/>
              <a:gd name="connsiteX20" fmla="*/ 604537 w 2673330"/>
              <a:gd name="connsiteY20" fmla="*/ 1409574 h 1409574"/>
              <a:gd name="connsiteX21" fmla="*/ 653143 w 2673330"/>
              <a:gd name="connsiteY21" fmla="*/ 1406536 h 1409574"/>
              <a:gd name="connsiteX22" fmla="*/ 683522 w 2673330"/>
              <a:gd name="connsiteY22" fmla="*/ 1385271 h 1409574"/>
              <a:gd name="connsiteX23" fmla="*/ 732128 w 2673330"/>
              <a:gd name="connsiteY23" fmla="*/ 1351854 h 1409574"/>
              <a:gd name="connsiteX24" fmla="*/ 750355 w 2673330"/>
              <a:gd name="connsiteY24" fmla="*/ 1345778 h 1409574"/>
              <a:gd name="connsiteX25" fmla="*/ 771620 w 2673330"/>
              <a:gd name="connsiteY25" fmla="*/ 1342741 h 1409574"/>
              <a:gd name="connsiteX26" fmla="*/ 853643 w 2673330"/>
              <a:gd name="connsiteY26" fmla="*/ 1333627 h 1409574"/>
              <a:gd name="connsiteX27" fmla="*/ 890097 w 2673330"/>
              <a:gd name="connsiteY27" fmla="*/ 1318438 h 1409574"/>
              <a:gd name="connsiteX28" fmla="*/ 899211 w 2673330"/>
              <a:gd name="connsiteY28" fmla="*/ 1312362 h 1409574"/>
              <a:gd name="connsiteX29" fmla="*/ 908324 w 2673330"/>
              <a:gd name="connsiteY29" fmla="*/ 1309324 h 1409574"/>
              <a:gd name="connsiteX30" fmla="*/ 932627 w 2673330"/>
              <a:gd name="connsiteY30" fmla="*/ 1297172 h 1409574"/>
              <a:gd name="connsiteX31" fmla="*/ 938703 w 2673330"/>
              <a:gd name="connsiteY31" fmla="*/ 1288059 h 1409574"/>
              <a:gd name="connsiteX32" fmla="*/ 947817 w 2673330"/>
              <a:gd name="connsiteY32" fmla="*/ 1281983 h 1409574"/>
              <a:gd name="connsiteX33" fmla="*/ 953892 w 2673330"/>
              <a:gd name="connsiteY33" fmla="*/ 1266794 h 1409574"/>
              <a:gd name="connsiteX34" fmla="*/ 972120 w 2673330"/>
              <a:gd name="connsiteY34" fmla="*/ 1245529 h 1409574"/>
              <a:gd name="connsiteX35" fmla="*/ 984271 w 2673330"/>
              <a:gd name="connsiteY35" fmla="*/ 1236415 h 1409574"/>
              <a:gd name="connsiteX36" fmla="*/ 1029839 w 2673330"/>
              <a:gd name="connsiteY36" fmla="*/ 1209074 h 1409574"/>
              <a:gd name="connsiteX37" fmla="*/ 1038953 w 2673330"/>
              <a:gd name="connsiteY37" fmla="*/ 1199960 h 1409574"/>
              <a:gd name="connsiteX38" fmla="*/ 1063256 w 2673330"/>
              <a:gd name="connsiteY38" fmla="*/ 1181733 h 1409574"/>
              <a:gd name="connsiteX39" fmla="*/ 1087559 w 2673330"/>
              <a:gd name="connsiteY39" fmla="*/ 1163506 h 1409574"/>
              <a:gd name="connsiteX40" fmla="*/ 1108824 w 2673330"/>
              <a:gd name="connsiteY40" fmla="*/ 1139203 h 1409574"/>
              <a:gd name="connsiteX41" fmla="*/ 1117938 w 2673330"/>
              <a:gd name="connsiteY41" fmla="*/ 1133127 h 1409574"/>
              <a:gd name="connsiteX42" fmla="*/ 1172619 w 2673330"/>
              <a:gd name="connsiteY42" fmla="*/ 1084521 h 1409574"/>
              <a:gd name="connsiteX43" fmla="*/ 1190846 w 2673330"/>
              <a:gd name="connsiteY43" fmla="*/ 1081483 h 1409574"/>
              <a:gd name="connsiteX44" fmla="*/ 1236415 w 2673330"/>
              <a:gd name="connsiteY44" fmla="*/ 1057180 h 1409574"/>
              <a:gd name="connsiteX45" fmla="*/ 1263755 w 2673330"/>
              <a:gd name="connsiteY45" fmla="*/ 1032877 h 1409574"/>
              <a:gd name="connsiteX46" fmla="*/ 1272869 w 2673330"/>
              <a:gd name="connsiteY46" fmla="*/ 1023764 h 1409574"/>
              <a:gd name="connsiteX47" fmla="*/ 1300210 w 2673330"/>
              <a:gd name="connsiteY47" fmla="*/ 1008574 h 1409574"/>
              <a:gd name="connsiteX48" fmla="*/ 1315399 w 2673330"/>
              <a:gd name="connsiteY48" fmla="*/ 999461 h 1409574"/>
              <a:gd name="connsiteX49" fmla="*/ 1324513 w 2673330"/>
              <a:gd name="connsiteY49" fmla="*/ 987309 h 1409574"/>
              <a:gd name="connsiteX50" fmla="*/ 1336664 w 2673330"/>
              <a:gd name="connsiteY50" fmla="*/ 981234 h 1409574"/>
              <a:gd name="connsiteX51" fmla="*/ 1348816 w 2673330"/>
              <a:gd name="connsiteY51" fmla="*/ 972120 h 1409574"/>
              <a:gd name="connsiteX52" fmla="*/ 1357930 w 2673330"/>
              <a:gd name="connsiteY52" fmla="*/ 963006 h 1409574"/>
              <a:gd name="connsiteX53" fmla="*/ 1373119 w 2673330"/>
              <a:gd name="connsiteY53" fmla="*/ 950855 h 1409574"/>
              <a:gd name="connsiteX54" fmla="*/ 1385270 w 2673330"/>
              <a:gd name="connsiteY54" fmla="*/ 938703 h 1409574"/>
              <a:gd name="connsiteX55" fmla="*/ 1409573 w 2673330"/>
              <a:gd name="connsiteY55" fmla="*/ 926552 h 1409574"/>
              <a:gd name="connsiteX56" fmla="*/ 1421725 w 2673330"/>
              <a:gd name="connsiteY56" fmla="*/ 923514 h 1409574"/>
              <a:gd name="connsiteX57" fmla="*/ 1449066 w 2673330"/>
              <a:gd name="connsiteY57" fmla="*/ 917438 h 1409574"/>
              <a:gd name="connsiteX58" fmla="*/ 1467293 w 2673330"/>
              <a:gd name="connsiteY58" fmla="*/ 902249 h 1409574"/>
              <a:gd name="connsiteX59" fmla="*/ 1479445 w 2673330"/>
              <a:gd name="connsiteY59" fmla="*/ 890097 h 1409574"/>
              <a:gd name="connsiteX60" fmla="*/ 1494634 w 2673330"/>
              <a:gd name="connsiteY60" fmla="*/ 884022 h 1409574"/>
              <a:gd name="connsiteX61" fmla="*/ 1515899 w 2673330"/>
              <a:gd name="connsiteY61" fmla="*/ 856681 h 1409574"/>
              <a:gd name="connsiteX62" fmla="*/ 1531088 w 2673330"/>
              <a:gd name="connsiteY62" fmla="*/ 841491 h 1409574"/>
              <a:gd name="connsiteX63" fmla="*/ 1537164 w 2673330"/>
              <a:gd name="connsiteY63" fmla="*/ 829340 h 1409574"/>
              <a:gd name="connsiteX64" fmla="*/ 1564505 w 2673330"/>
              <a:gd name="connsiteY64" fmla="*/ 808075 h 1409574"/>
              <a:gd name="connsiteX65" fmla="*/ 1579694 w 2673330"/>
              <a:gd name="connsiteY65" fmla="*/ 792885 h 1409574"/>
              <a:gd name="connsiteX66" fmla="*/ 1594884 w 2673330"/>
              <a:gd name="connsiteY66" fmla="*/ 780734 h 1409574"/>
              <a:gd name="connsiteX67" fmla="*/ 1619187 w 2673330"/>
              <a:gd name="connsiteY67" fmla="*/ 756431 h 1409574"/>
              <a:gd name="connsiteX68" fmla="*/ 1631338 w 2673330"/>
              <a:gd name="connsiteY68" fmla="*/ 738204 h 1409574"/>
              <a:gd name="connsiteX69" fmla="*/ 1640452 w 2673330"/>
              <a:gd name="connsiteY69" fmla="*/ 729090 h 1409574"/>
              <a:gd name="connsiteX70" fmla="*/ 1655641 w 2673330"/>
              <a:gd name="connsiteY70" fmla="*/ 704787 h 1409574"/>
              <a:gd name="connsiteX71" fmla="*/ 1692096 w 2673330"/>
              <a:gd name="connsiteY71" fmla="*/ 659219 h 1409574"/>
              <a:gd name="connsiteX72" fmla="*/ 1725512 w 2673330"/>
              <a:gd name="connsiteY72" fmla="*/ 610613 h 1409574"/>
              <a:gd name="connsiteX73" fmla="*/ 1737664 w 2673330"/>
              <a:gd name="connsiteY73" fmla="*/ 595424 h 1409574"/>
              <a:gd name="connsiteX74" fmla="*/ 1765005 w 2673330"/>
              <a:gd name="connsiteY74" fmla="*/ 555931 h 1409574"/>
              <a:gd name="connsiteX75" fmla="*/ 1789308 w 2673330"/>
              <a:gd name="connsiteY75" fmla="*/ 528590 h 1409574"/>
              <a:gd name="connsiteX76" fmla="*/ 1798421 w 2673330"/>
              <a:gd name="connsiteY76" fmla="*/ 513401 h 1409574"/>
              <a:gd name="connsiteX77" fmla="*/ 1825762 w 2673330"/>
              <a:gd name="connsiteY77" fmla="*/ 492136 h 1409574"/>
              <a:gd name="connsiteX78" fmla="*/ 1834876 w 2673330"/>
              <a:gd name="connsiteY78" fmla="*/ 486060 h 1409574"/>
              <a:gd name="connsiteX79" fmla="*/ 1859179 w 2673330"/>
              <a:gd name="connsiteY79" fmla="*/ 473909 h 1409574"/>
              <a:gd name="connsiteX80" fmla="*/ 1868292 w 2673330"/>
              <a:gd name="connsiteY80" fmla="*/ 467833 h 1409574"/>
              <a:gd name="connsiteX81" fmla="*/ 1898671 w 2673330"/>
              <a:gd name="connsiteY81" fmla="*/ 455681 h 1409574"/>
              <a:gd name="connsiteX82" fmla="*/ 1929050 w 2673330"/>
              <a:gd name="connsiteY82" fmla="*/ 440492 h 1409574"/>
              <a:gd name="connsiteX83" fmla="*/ 1953353 w 2673330"/>
              <a:gd name="connsiteY83" fmla="*/ 428341 h 1409574"/>
              <a:gd name="connsiteX84" fmla="*/ 1962466 w 2673330"/>
              <a:gd name="connsiteY84" fmla="*/ 425303 h 1409574"/>
              <a:gd name="connsiteX85" fmla="*/ 1989807 w 2673330"/>
              <a:gd name="connsiteY85" fmla="*/ 419227 h 1409574"/>
              <a:gd name="connsiteX86" fmla="*/ 2011072 w 2673330"/>
              <a:gd name="connsiteY86" fmla="*/ 410113 h 1409574"/>
              <a:gd name="connsiteX87" fmla="*/ 2044489 w 2673330"/>
              <a:gd name="connsiteY87" fmla="*/ 361507 h 1409574"/>
              <a:gd name="connsiteX88" fmla="*/ 2047527 w 2673330"/>
              <a:gd name="connsiteY88" fmla="*/ 349356 h 1409574"/>
              <a:gd name="connsiteX89" fmla="*/ 2053603 w 2673330"/>
              <a:gd name="connsiteY89" fmla="*/ 331129 h 1409574"/>
              <a:gd name="connsiteX90" fmla="*/ 2056641 w 2673330"/>
              <a:gd name="connsiteY90" fmla="*/ 318977 h 1409574"/>
              <a:gd name="connsiteX91" fmla="*/ 2080944 w 2673330"/>
              <a:gd name="connsiteY91" fmla="*/ 270371 h 1409574"/>
              <a:gd name="connsiteX92" fmla="*/ 2099171 w 2673330"/>
              <a:gd name="connsiteY92" fmla="*/ 233917 h 1409574"/>
              <a:gd name="connsiteX93" fmla="*/ 2111322 w 2673330"/>
              <a:gd name="connsiteY93" fmla="*/ 215689 h 1409574"/>
              <a:gd name="connsiteX94" fmla="*/ 2126512 w 2673330"/>
              <a:gd name="connsiteY94" fmla="*/ 200500 h 1409574"/>
              <a:gd name="connsiteX95" fmla="*/ 2138663 w 2673330"/>
              <a:gd name="connsiteY95" fmla="*/ 185311 h 1409574"/>
              <a:gd name="connsiteX96" fmla="*/ 2202458 w 2673330"/>
              <a:gd name="connsiteY96" fmla="*/ 161008 h 1409574"/>
              <a:gd name="connsiteX97" fmla="*/ 2251064 w 2673330"/>
              <a:gd name="connsiteY97" fmla="*/ 151894 h 1409574"/>
              <a:gd name="connsiteX98" fmla="*/ 2299670 w 2673330"/>
              <a:gd name="connsiteY98" fmla="*/ 130629 h 1409574"/>
              <a:gd name="connsiteX99" fmla="*/ 2333087 w 2673330"/>
              <a:gd name="connsiteY99" fmla="*/ 133667 h 1409574"/>
              <a:gd name="connsiteX100" fmla="*/ 2396882 w 2673330"/>
              <a:gd name="connsiteY100" fmla="*/ 142780 h 1409574"/>
              <a:gd name="connsiteX101" fmla="*/ 2439413 w 2673330"/>
              <a:gd name="connsiteY101" fmla="*/ 145818 h 1409574"/>
              <a:gd name="connsiteX102" fmla="*/ 2454602 w 2673330"/>
              <a:gd name="connsiteY102" fmla="*/ 148856 h 1409574"/>
              <a:gd name="connsiteX103" fmla="*/ 2491056 w 2673330"/>
              <a:gd name="connsiteY103" fmla="*/ 121515 h 1409574"/>
              <a:gd name="connsiteX104" fmla="*/ 2503208 w 2673330"/>
              <a:gd name="connsiteY104" fmla="*/ 103288 h 1409574"/>
              <a:gd name="connsiteX105" fmla="*/ 2536625 w 2673330"/>
              <a:gd name="connsiteY105" fmla="*/ 63796 h 1409574"/>
              <a:gd name="connsiteX106" fmla="*/ 2557890 w 2673330"/>
              <a:gd name="connsiteY106" fmla="*/ 33417 h 1409574"/>
              <a:gd name="connsiteX107" fmla="*/ 2585231 w 2673330"/>
              <a:gd name="connsiteY107" fmla="*/ 18228 h 1409574"/>
              <a:gd name="connsiteX108" fmla="*/ 2618647 w 2673330"/>
              <a:gd name="connsiteY108" fmla="*/ 6076 h 1409574"/>
              <a:gd name="connsiteX109" fmla="*/ 2673329 w 2673330"/>
              <a:gd name="connsiteY109" fmla="*/ 0 h 140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2673330" h="1409574">
                <a:moveTo>
                  <a:pt x="0" y="1312362"/>
                </a:moveTo>
                <a:cubicBezTo>
                  <a:pt x="5063" y="1311349"/>
                  <a:pt x="10243" y="1310808"/>
                  <a:pt x="15189" y="1309324"/>
                </a:cubicBezTo>
                <a:cubicBezTo>
                  <a:pt x="20412" y="1307757"/>
                  <a:pt x="24939" y="1303637"/>
                  <a:pt x="30379" y="1303248"/>
                </a:cubicBezTo>
                <a:cubicBezTo>
                  <a:pt x="39525" y="1302595"/>
                  <a:pt x="48582" y="1305524"/>
                  <a:pt x="57720" y="1306286"/>
                </a:cubicBezTo>
                <a:cubicBezTo>
                  <a:pt x="72890" y="1307550"/>
                  <a:pt x="88099" y="1308311"/>
                  <a:pt x="103288" y="1309324"/>
                </a:cubicBezTo>
                <a:cubicBezTo>
                  <a:pt x="107338" y="1311349"/>
                  <a:pt x="111480" y="1313201"/>
                  <a:pt x="115439" y="1315400"/>
                </a:cubicBezTo>
                <a:cubicBezTo>
                  <a:pt x="120601" y="1318267"/>
                  <a:pt x="125348" y="1321872"/>
                  <a:pt x="130629" y="1324513"/>
                </a:cubicBezTo>
                <a:cubicBezTo>
                  <a:pt x="133493" y="1325945"/>
                  <a:pt x="136663" y="1326671"/>
                  <a:pt x="139742" y="1327551"/>
                </a:cubicBezTo>
                <a:cubicBezTo>
                  <a:pt x="152429" y="1331176"/>
                  <a:pt x="155801" y="1331240"/>
                  <a:pt x="170121" y="1333627"/>
                </a:cubicBezTo>
                <a:cubicBezTo>
                  <a:pt x="190975" y="1347529"/>
                  <a:pt x="165284" y="1332418"/>
                  <a:pt x="206575" y="1342741"/>
                </a:cubicBezTo>
                <a:cubicBezTo>
                  <a:pt x="222108" y="1346624"/>
                  <a:pt x="236697" y="1353717"/>
                  <a:pt x="252144" y="1357930"/>
                </a:cubicBezTo>
                <a:cubicBezTo>
                  <a:pt x="270158" y="1362843"/>
                  <a:pt x="288711" y="1365552"/>
                  <a:pt x="306825" y="1370081"/>
                </a:cubicBezTo>
                <a:cubicBezTo>
                  <a:pt x="321129" y="1373657"/>
                  <a:pt x="334841" y="1379641"/>
                  <a:pt x="349355" y="1382233"/>
                </a:cubicBezTo>
                <a:cubicBezTo>
                  <a:pt x="363347" y="1384732"/>
                  <a:pt x="377709" y="1384258"/>
                  <a:pt x="391886" y="1385271"/>
                </a:cubicBezTo>
                <a:cubicBezTo>
                  <a:pt x="405050" y="1384258"/>
                  <a:pt x="418256" y="1383691"/>
                  <a:pt x="431378" y="1382233"/>
                </a:cubicBezTo>
                <a:cubicBezTo>
                  <a:pt x="436510" y="1381663"/>
                  <a:pt x="441487" y="1380119"/>
                  <a:pt x="446567" y="1379195"/>
                </a:cubicBezTo>
                <a:cubicBezTo>
                  <a:pt x="452627" y="1378093"/>
                  <a:pt x="458719" y="1377170"/>
                  <a:pt x="464795" y="1376157"/>
                </a:cubicBezTo>
                <a:cubicBezTo>
                  <a:pt x="494419" y="1356406"/>
                  <a:pt x="482357" y="1361487"/>
                  <a:pt x="552893" y="1382233"/>
                </a:cubicBezTo>
                <a:cubicBezTo>
                  <a:pt x="562608" y="1385090"/>
                  <a:pt x="568449" y="1395358"/>
                  <a:pt x="577196" y="1400460"/>
                </a:cubicBezTo>
                <a:cubicBezTo>
                  <a:pt x="580802" y="1402564"/>
                  <a:pt x="585386" y="1402178"/>
                  <a:pt x="589347" y="1403498"/>
                </a:cubicBezTo>
                <a:cubicBezTo>
                  <a:pt x="594521" y="1405223"/>
                  <a:pt x="599474" y="1407549"/>
                  <a:pt x="604537" y="1409574"/>
                </a:cubicBezTo>
                <a:cubicBezTo>
                  <a:pt x="620739" y="1408561"/>
                  <a:pt x="637280" y="1409985"/>
                  <a:pt x="653143" y="1406536"/>
                </a:cubicBezTo>
                <a:cubicBezTo>
                  <a:pt x="670054" y="1402860"/>
                  <a:pt x="672889" y="1394575"/>
                  <a:pt x="683522" y="1385271"/>
                </a:cubicBezTo>
                <a:cubicBezTo>
                  <a:pt x="694809" y="1375395"/>
                  <a:pt x="722179" y="1355171"/>
                  <a:pt x="732128" y="1351854"/>
                </a:cubicBezTo>
                <a:cubicBezTo>
                  <a:pt x="738204" y="1349829"/>
                  <a:pt x="744115" y="1347218"/>
                  <a:pt x="750355" y="1345778"/>
                </a:cubicBezTo>
                <a:cubicBezTo>
                  <a:pt x="757332" y="1344168"/>
                  <a:pt x="764523" y="1343687"/>
                  <a:pt x="771620" y="1342741"/>
                </a:cubicBezTo>
                <a:cubicBezTo>
                  <a:pt x="802230" y="1338660"/>
                  <a:pt x="818350" y="1337342"/>
                  <a:pt x="853643" y="1333627"/>
                </a:cubicBezTo>
                <a:cubicBezTo>
                  <a:pt x="868355" y="1328110"/>
                  <a:pt x="877446" y="1325667"/>
                  <a:pt x="890097" y="1318438"/>
                </a:cubicBezTo>
                <a:cubicBezTo>
                  <a:pt x="893267" y="1316627"/>
                  <a:pt x="895945" y="1313995"/>
                  <a:pt x="899211" y="1312362"/>
                </a:cubicBezTo>
                <a:cubicBezTo>
                  <a:pt x="902075" y="1310930"/>
                  <a:pt x="905409" y="1310649"/>
                  <a:pt x="908324" y="1309324"/>
                </a:cubicBezTo>
                <a:cubicBezTo>
                  <a:pt x="916569" y="1305576"/>
                  <a:pt x="932627" y="1297172"/>
                  <a:pt x="932627" y="1297172"/>
                </a:cubicBezTo>
                <a:cubicBezTo>
                  <a:pt x="934652" y="1294134"/>
                  <a:pt x="936121" y="1290641"/>
                  <a:pt x="938703" y="1288059"/>
                </a:cubicBezTo>
                <a:cubicBezTo>
                  <a:pt x="941285" y="1285477"/>
                  <a:pt x="945695" y="1284954"/>
                  <a:pt x="947817" y="1281983"/>
                </a:cubicBezTo>
                <a:cubicBezTo>
                  <a:pt x="950986" y="1277546"/>
                  <a:pt x="951453" y="1271671"/>
                  <a:pt x="953892" y="1266794"/>
                </a:cubicBezTo>
                <a:cubicBezTo>
                  <a:pt x="957990" y="1258598"/>
                  <a:pt x="965475" y="1251344"/>
                  <a:pt x="972120" y="1245529"/>
                </a:cubicBezTo>
                <a:cubicBezTo>
                  <a:pt x="975930" y="1242195"/>
                  <a:pt x="979978" y="1239098"/>
                  <a:pt x="984271" y="1236415"/>
                </a:cubicBezTo>
                <a:cubicBezTo>
                  <a:pt x="1003835" y="1224187"/>
                  <a:pt x="1005421" y="1233492"/>
                  <a:pt x="1029839" y="1209074"/>
                </a:cubicBezTo>
                <a:cubicBezTo>
                  <a:pt x="1032877" y="1206036"/>
                  <a:pt x="1035652" y="1202710"/>
                  <a:pt x="1038953" y="1199960"/>
                </a:cubicBezTo>
                <a:cubicBezTo>
                  <a:pt x="1055787" y="1185932"/>
                  <a:pt x="1041085" y="1203903"/>
                  <a:pt x="1063256" y="1181733"/>
                </a:cubicBezTo>
                <a:cubicBezTo>
                  <a:pt x="1082944" y="1162046"/>
                  <a:pt x="1047752" y="1183411"/>
                  <a:pt x="1087559" y="1163506"/>
                </a:cubicBezTo>
                <a:cubicBezTo>
                  <a:pt x="1095938" y="1152333"/>
                  <a:pt x="1097811" y="1148643"/>
                  <a:pt x="1108824" y="1139203"/>
                </a:cubicBezTo>
                <a:cubicBezTo>
                  <a:pt x="1111596" y="1136827"/>
                  <a:pt x="1114900" y="1135152"/>
                  <a:pt x="1117938" y="1133127"/>
                </a:cubicBezTo>
                <a:cubicBezTo>
                  <a:pt x="1131615" y="1113978"/>
                  <a:pt x="1145849" y="1088983"/>
                  <a:pt x="1172619" y="1084521"/>
                </a:cubicBezTo>
                <a:lnTo>
                  <a:pt x="1190846" y="1081483"/>
                </a:lnTo>
                <a:cubicBezTo>
                  <a:pt x="1230067" y="1058604"/>
                  <a:pt x="1213955" y="1064667"/>
                  <a:pt x="1236415" y="1057180"/>
                </a:cubicBezTo>
                <a:cubicBezTo>
                  <a:pt x="1274134" y="1019461"/>
                  <a:pt x="1232476" y="1059687"/>
                  <a:pt x="1263755" y="1032877"/>
                </a:cubicBezTo>
                <a:cubicBezTo>
                  <a:pt x="1267017" y="1030081"/>
                  <a:pt x="1269432" y="1026342"/>
                  <a:pt x="1272869" y="1023764"/>
                </a:cubicBezTo>
                <a:cubicBezTo>
                  <a:pt x="1283726" y="1015622"/>
                  <a:pt x="1289078" y="1014758"/>
                  <a:pt x="1300210" y="1008574"/>
                </a:cubicBezTo>
                <a:cubicBezTo>
                  <a:pt x="1305371" y="1005707"/>
                  <a:pt x="1310336" y="1002499"/>
                  <a:pt x="1315399" y="999461"/>
                </a:cubicBezTo>
                <a:cubicBezTo>
                  <a:pt x="1318437" y="995410"/>
                  <a:pt x="1320669" y="990604"/>
                  <a:pt x="1324513" y="987309"/>
                </a:cubicBezTo>
                <a:cubicBezTo>
                  <a:pt x="1327951" y="984362"/>
                  <a:pt x="1332824" y="983634"/>
                  <a:pt x="1336664" y="981234"/>
                </a:cubicBezTo>
                <a:cubicBezTo>
                  <a:pt x="1340958" y="978550"/>
                  <a:pt x="1344972" y="975415"/>
                  <a:pt x="1348816" y="972120"/>
                </a:cubicBezTo>
                <a:cubicBezTo>
                  <a:pt x="1352078" y="969324"/>
                  <a:pt x="1354697" y="965835"/>
                  <a:pt x="1357930" y="963006"/>
                </a:cubicBezTo>
                <a:cubicBezTo>
                  <a:pt x="1362810" y="958736"/>
                  <a:pt x="1368273" y="955163"/>
                  <a:pt x="1373119" y="950855"/>
                </a:cubicBezTo>
                <a:cubicBezTo>
                  <a:pt x="1377400" y="947049"/>
                  <a:pt x="1380504" y="941881"/>
                  <a:pt x="1385270" y="938703"/>
                </a:cubicBezTo>
                <a:cubicBezTo>
                  <a:pt x="1392806" y="933679"/>
                  <a:pt x="1401213" y="930035"/>
                  <a:pt x="1409573" y="926552"/>
                </a:cubicBezTo>
                <a:cubicBezTo>
                  <a:pt x="1413427" y="924946"/>
                  <a:pt x="1417657" y="924453"/>
                  <a:pt x="1421725" y="923514"/>
                </a:cubicBezTo>
                <a:lnTo>
                  <a:pt x="1449066" y="917438"/>
                </a:lnTo>
                <a:cubicBezTo>
                  <a:pt x="1455142" y="912375"/>
                  <a:pt x="1461414" y="907540"/>
                  <a:pt x="1467293" y="902249"/>
                </a:cubicBezTo>
                <a:cubicBezTo>
                  <a:pt x="1471551" y="898417"/>
                  <a:pt x="1474679" y="893275"/>
                  <a:pt x="1479445" y="890097"/>
                </a:cubicBezTo>
                <a:cubicBezTo>
                  <a:pt x="1483982" y="887072"/>
                  <a:pt x="1489571" y="886047"/>
                  <a:pt x="1494634" y="884022"/>
                </a:cubicBezTo>
                <a:cubicBezTo>
                  <a:pt x="1501722" y="874908"/>
                  <a:pt x="1507735" y="864845"/>
                  <a:pt x="1515899" y="856681"/>
                </a:cubicBezTo>
                <a:cubicBezTo>
                  <a:pt x="1520962" y="851618"/>
                  <a:pt x="1526692" y="847143"/>
                  <a:pt x="1531088" y="841491"/>
                </a:cubicBezTo>
                <a:cubicBezTo>
                  <a:pt x="1533868" y="837916"/>
                  <a:pt x="1533962" y="832542"/>
                  <a:pt x="1537164" y="829340"/>
                </a:cubicBezTo>
                <a:cubicBezTo>
                  <a:pt x="1545328" y="821176"/>
                  <a:pt x="1555739" y="815589"/>
                  <a:pt x="1564505" y="808075"/>
                </a:cubicBezTo>
                <a:cubicBezTo>
                  <a:pt x="1569942" y="803415"/>
                  <a:pt x="1574372" y="797675"/>
                  <a:pt x="1579694" y="792885"/>
                </a:cubicBezTo>
                <a:cubicBezTo>
                  <a:pt x="1584514" y="788547"/>
                  <a:pt x="1590546" y="785553"/>
                  <a:pt x="1594884" y="780734"/>
                </a:cubicBezTo>
                <a:cubicBezTo>
                  <a:pt x="1618880" y="754072"/>
                  <a:pt x="1594715" y="768667"/>
                  <a:pt x="1619187" y="756431"/>
                </a:cubicBezTo>
                <a:cubicBezTo>
                  <a:pt x="1623237" y="750355"/>
                  <a:pt x="1626855" y="743968"/>
                  <a:pt x="1631338" y="738204"/>
                </a:cubicBezTo>
                <a:cubicBezTo>
                  <a:pt x="1633976" y="734813"/>
                  <a:pt x="1637925" y="732565"/>
                  <a:pt x="1640452" y="729090"/>
                </a:cubicBezTo>
                <a:cubicBezTo>
                  <a:pt x="1646071" y="721364"/>
                  <a:pt x="1650048" y="712531"/>
                  <a:pt x="1655641" y="704787"/>
                </a:cubicBezTo>
                <a:cubicBezTo>
                  <a:pt x="1662858" y="694793"/>
                  <a:pt x="1682411" y="671810"/>
                  <a:pt x="1692096" y="659219"/>
                </a:cubicBezTo>
                <a:cubicBezTo>
                  <a:pt x="1733993" y="604754"/>
                  <a:pt x="1688033" y="664748"/>
                  <a:pt x="1725512" y="610613"/>
                </a:cubicBezTo>
                <a:cubicBezTo>
                  <a:pt x="1729203" y="605282"/>
                  <a:pt x="1733868" y="600680"/>
                  <a:pt x="1737664" y="595424"/>
                </a:cubicBezTo>
                <a:cubicBezTo>
                  <a:pt x="1747038" y="582444"/>
                  <a:pt x="1755823" y="569048"/>
                  <a:pt x="1765005" y="555931"/>
                </a:cubicBezTo>
                <a:cubicBezTo>
                  <a:pt x="1781667" y="532128"/>
                  <a:pt x="1773218" y="539317"/>
                  <a:pt x="1789308" y="528590"/>
                </a:cubicBezTo>
                <a:cubicBezTo>
                  <a:pt x="1792346" y="523527"/>
                  <a:pt x="1794246" y="517576"/>
                  <a:pt x="1798421" y="513401"/>
                </a:cubicBezTo>
                <a:cubicBezTo>
                  <a:pt x="1806585" y="505237"/>
                  <a:pt x="1816155" y="498540"/>
                  <a:pt x="1825762" y="492136"/>
                </a:cubicBezTo>
                <a:cubicBezTo>
                  <a:pt x="1828800" y="490111"/>
                  <a:pt x="1831671" y="487808"/>
                  <a:pt x="1834876" y="486060"/>
                </a:cubicBezTo>
                <a:cubicBezTo>
                  <a:pt x="1842827" y="481723"/>
                  <a:pt x="1851228" y="478246"/>
                  <a:pt x="1859179" y="473909"/>
                </a:cubicBezTo>
                <a:cubicBezTo>
                  <a:pt x="1862384" y="472161"/>
                  <a:pt x="1864977" y="469363"/>
                  <a:pt x="1868292" y="467833"/>
                </a:cubicBezTo>
                <a:cubicBezTo>
                  <a:pt x="1878195" y="463262"/>
                  <a:pt x="1888725" y="460157"/>
                  <a:pt x="1898671" y="455681"/>
                </a:cubicBezTo>
                <a:cubicBezTo>
                  <a:pt x="1908995" y="451035"/>
                  <a:pt x="1918924" y="445555"/>
                  <a:pt x="1929050" y="440492"/>
                </a:cubicBezTo>
                <a:cubicBezTo>
                  <a:pt x="1937151" y="436442"/>
                  <a:pt x="1944761" y="431205"/>
                  <a:pt x="1953353" y="428341"/>
                </a:cubicBezTo>
                <a:cubicBezTo>
                  <a:pt x="1956391" y="427328"/>
                  <a:pt x="1959360" y="426080"/>
                  <a:pt x="1962466" y="425303"/>
                </a:cubicBezTo>
                <a:cubicBezTo>
                  <a:pt x="1971523" y="423039"/>
                  <a:pt x="1980896" y="422012"/>
                  <a:pt x="1989807" y="419227"/>
                </a:cubicBezTo>
                <a:cubicBezTo>
                  <a:pt x="1997168" y="416927"/>
                  <a:pt x="2003984" y="413151"/>
                  <a:pt x="2011072" y="410113"/>
                </a:cubicBezTo>
                <a:cubicBezTo>
                  <a:pt x="2031888" y="386324"/>
                  <a:pt x="2032921" y="389271"/>
                  <a:pt x="2044489" y="361507"/>
                </a:cubicBezTo>
                <a:cubicBezTo>
                  <a:pt x="2046095" y="357653"/>
                  <a:pt x="2046327" y="353355"/>
                  <a:pt x="2047527" y="349356"/>
                </a:cubicBezTo>
                <a:cubicBezTo>
                  <a:pt x="2049367" y="343222"/>
                  <a:pt x="2051763" y="337263"/>
                  <a:pt x="2053603" y="331129"/>
                </a:cubicBezTo>
                <a:cubicBezTo>
                  <a:pt x="2054803" y="327130"/>
                  <a:pt x="2055035" y="322831"/>
                  <a:pt x="2056641" y="318977"/>
                </a:cubicBezTo>
                <a:cubicBezTo>
                  <a:pt x="2063608" y="302256"/>
                  <a:pt x="2074217" y="287190"/>
                  <a:pt x="2080944" y="270371"/>
                </a:cubicBezTo>
                <a:cubicBezTo>
                  <a:pt x="2088635" y="251142"/>
                  <a:pt x="2086434" y="254616"/>
                  <a:pt x="2099171" y="233917"/>
                </a:cubicBezTo>
                <a:cubicBezTo>
                  <a:pt x="2102998" y="227698"/>
                  <a:pt x="2106698" y="221341"/>
                  <a:pt x="2111322" y="215689"/>
                </a:cubicBezTo>
                <a:cubicBezTo>
                  <a:pt x="2115856" y="210147"/>
                  <a:pt x="2121722" y="205822"/>
                  <a:pt x="2126512" y="200500"/>
                </a:cubicBezTo>
                <a:cubicBezTo>
                  <a:pt x="2130849" y="195681"/>
                  <a:pt x="2133387" y="189080"/>
                  <a:pt x="2138663" y="185311"/>
                </a:cubicBezTo>
                <a:cubicBezTo>
                  <a:pt x="2157181" y="172083"/>
                  <a:pt x="2180745" y="165833"/>
                  <a:pt x="2202458" y="161008"/>
                </a:cubicBezTo>
                <a:cubicBezTo>
                  <a:pt x="2218550" y="157432"/>
                  <a:pt x="2235072" y="155892"/>
                  <a:pt x="2251064" y="151894"/>
                </a:cubicBezTo>
                <a:cubicBezTo>
                  <a:pt x="2267453" y="147797"/>
                  <a:pt x="2284791" y="138068"/>
                  <a:pt x="2299670" y="130629"/>
                </a:cubicBezTo>
                <a:cubicBezTo>
                  <a:pt x="2310809" y="131642"/>
                  <a:pt x="2321988" y="132280"/>
                  <a:pt x="2333087" y="133667"/>
                </a:cubicBezTo>
                <a:cubicBezTo>
                  <a:pt x="2354402" y="136331"/>
                  <a:pt x="2375456" y="141250"/>
                  <a:pt x="2396882" y="142780"/>
                </a:cubicBezTo>
                <a:lnTo>
                  <a:pt x="2439413" y="145818"/>
                </a:lnTo>
                <a:cubicBezTo>
                  <a:pt x="2444476" y="146831"/>
                  <a:pt x="2449439" y="148856"/>
                  <a:pt x="2454602" y="148856"/>
                </a:cubicBezTo>
                <a:cubicBezTo>
                  <a:pt x="2470679" y="148856"/>
                  <a:pt x="2483527" y="132808"/>
                  <a:pt x="2491056" y="121515"/>
                </a:cubicBezTo>
                <a:cubicBezTo>
                  <a:pt x="2495107" y="115439"/>
                  <a:pt x="2498045" y="108451"/>
                  <a:pt x="2503208" y="103288"/>
                </a:cubicBezTo>
                <a:cubicBezTo>
                  <a:pt x="2523609" y="82887"/>
                  <a:pt x="2520481" y="88013"/>
                  <a:pt x="2536625" y="63796"/>
                </a:cubicBezTo>
                <a:cubicBezTo>
                  <a:pt x="2546017" y="49708"/>
                  <a:pt x="2545406" y="45901"/>
                  <a:pt x="2557890" y="33417"/>
                </a:cubicBezTo>
                <a:cubicBezTo>
                  <a:pt x="2569844" y="21463"/>
                  <a:pt x="2570250" y="25718"/>
                  <a:pt x="2585231" y="18228"/>
                </a:cubicBezTo>
                <a:cubicBezTo>
                  <a:pt x="2606006" y="7841"/>
                  <a:pt x="2594278" y="8107"/>
                  <a:pt x="2618647" y="6076"/>
                </a:cubicBezTo>
                <a:cubicBezTo>
                  <a:pt x="2674340" y="1435"/>
                  <a:pt x="2673329" y="21379"/>
                  <a:pt x="2673329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3DB72BF9-670E-E8BA-9668-DEC25DCCC8EB}"/>
              </a:ext>
            </a:extLst>
          </p:cNvPr>
          <p:cNvSpPr>
            <a:spLocks/>
          </p:cNvSpPr>
          <p:nvPr/>
        </p:nvSpPr>
        <p:spPr>
          <a:xfrm>
            <a:off x="8670272" y="2122272"/>
            <a:ext cx="1491009" cy="1254341"/>
          </a:xfrm>
          <a:custGeom>
            <a:avLst/>
            <a:gdLst>
              <a:gd name="connsiteX0" fmla="*/ 0 w 1355463"/>
              <a:gd name="connsiteY0" fmla="*/ 1140310 h 1140310"/>
              <a:gd name="connsiteX1" fmla="*/ 53788 w 1355463"/>
              <a:gd name="connsiteY1" fmla="*/ 1136724 h 1140310"/>
              <a:gd name="connsiteX2" fmla="*/ 82475 w 1355463"/>
              <a:gd name="connsiteY2" fmla="*/ 1129553 h 1140310"/>
              <a:gd name="connsiteX3" fmla="*/ 362174 w 1355463"/>
              <a:gd name="connsiteY3" fmla="*/ 1122381 h 1140310"/>
              <a:gd name="connsiteX4" fmla="*/ 376517 w 1355463"/>
              <a:gd name="connsiteY4" fmla="*/ 1108037 h 1140310"/>
              <a:gd name="connsiteX5" fmla="*/ 387275 w 1355463"/>
              <a:gd name="connsiteY5" fmla="*/ 1100866 h 1140310"/>
              <a:gd name="connsiteX6" fmla="*/ 394447 w 1355463"/>
              <a:gd name="connsiteY6" fmla="*/ 1090108 h 1140310"/>
              <a:gd name="connsiteX7" fmla="*/ 412376 w 1355463"/>
              <a:gd name="connsiteY7" fmla="*/ 1082936 h 1140310"/>
              <a:gd name="connsiteX8" fmla="*/ 437477 w 1355463"/>
              <a:gd name="connsiteY8" fmla="*/ 1065007 h 1140310"/>
              <a:gd name="connsiteX9" fmla="*/ 451821 w 1355463"/>
              <a:gd name="connsiteY9" fmla="*/ 1050663 h 1140310"/>
              <a:gd name="connsiteX10" fmla="*/ 458993 w 1355463"/>
              <a:gd name="connsiteY10" fmla="*/ 1039906 h 1140310"/>
              <a:gd name="connsiteX11" fmla="*/ 476922 w 1355463"/>
              <a:gd name="connsiteY11" fmla="*/ 1025562 h 1140310"/>
              <a:gd name="connsiteX12" fmla="*/ 523539 w 1355463"/>
              <a:gd name="connsiteY12" fmla="*/ 975360 h 1140310"/>
              <a:gd name="connsiteX13" fmla="*/ 562983 w 1355463"/>
              <a:gd name="connsiteY13" fmla="*/ 935915 h 1140310"/>
              <a:gd name="connsiteX14" fmla="*/ 584499 w 1355463"/>
              <a:gd name="connsiteY14" fmla="*/ 914400 h 1140310"/>
              <a:gd name="connsiteX15" fmla="*/ 606014 w 1355463"/>
              <a:gd name="connsiteY15" fmla="*/ 871369 h 1140310"/>
              <a:gd name="connsiteX16" fmla="*/ 616772 w 1355463"/>
              <a:gd name="connsiteY16" fmla="*/ 839096 h 1140310"/>
              <a:gd name="connsiteX17" fmla="*/ 638287 w 1355463"/>
              <a:gd name="connsiteY17" fmla="*/ 806823 h 1140310"/>
              <a:gd name="connsiteX18" fmla="*/ 656216 w 1355463"/>
              <a:gd name="connsiteY18" fmla="*/ 763793 h 1140310"/>
              <a:gd name="connsiteX19" fmla="*/ 659802 w 1355463"/>
              <a:gd name="connsiteY19" fmla="*/ 745863 h 1140310"/>
              <a:gd name="connsiteX20" fmla="*/ 677732 w 1355463"/>
              <a:gd name="connsiteY20" fmla="*/ 710004 h 1140310"/>
              <a:gd name="connsiteX21" fmla="*/ 681317 w 1355463"/>
              <a:gd name="connsiteY21" fmla="*/ 692075 h 1140310"/>
              <a:gd name="connsiteX22" fmla="*/ 695661 w 1355463"/>
              <a:gd name="connsiteY22" fmla="*/ 659802 h 1140310"/>
              <a:gd name="connsiteX23" fmla="*/ 738692 w 1355463"/>
              <a:gd name="connsiteY23" fmla="*/ 602428 h 1140310"/>
              <a:gd name="connsiteX24" fmla="*/ 785308 w 1355463"/>
              <a:gd name="connsiteY24" fmla="*/ 541468 h 1140310"/>
              <a:gd name="connsiteX25" fmla="*/ 824753 w 1355463"/>
              <a:gd name="connsiteY25" fmla="*/ 502023 h 1140310"/>
              <a:gd name="connsiteX26" fmla="*/ 896470 w 1355463"/>
              <a:gd name="connsiteY26" fmla="*/ 437477 h 1140310"/>
              <a:gd name="connsiteX27" fmla="*/ 935915 w 1355463"/>
              <a:gd name="connsiteY27" fmla="*/ 387275 h 1140310"/>
              <a:gd name="connsiteX28" fmla="*/ 946673 w 1355463"/>
              <a:gd name="connsiteY28" fmla="*/ 369346 h 1140310"/>
              <a:gd name="connsiteX29" fmla="*/ 971774 w 1355463"/>
              <a:gd name="connsiteY29" fmla="*/ 337073 h 1140310"/>
              <a:gd name="connsiteX30" fmla="*/ 1000461 w 1355463"/>
              <a:gd name="connsiteY30" fmla="*/ 294042 h 1140310"/>
              <a:gd name="connsiteX31" fmla="*/ 1047077 w 1355463"/>
              <a:gd name="connsiteY31" fmla="*/ 225910 h 1140310"/>
              <a:gd name="connsiteX32" fmla="*/ 1082936 w 1355463"/>
              <a:gd name="connsiteY32" fmla="*/ 175708 h 1140310"/>
              <a:gd name="connsiteX33" fmla="*/ 1086522 w 1355463"/>
              <a:gd name="connsiteY33" fmla="*/ 164950 h 1140310"/>
              <a:gd name="connsiteX34" fmla="*/ 1147482 w 1355463"/>
              <a:gd name="connsiteY34" fmla="*/ 96818 h 1140310"/>
              <a:gd name="connsiteX35" fmla="*/ 1201270 w 1355463"/>
              <a:gd name="connsiteY35" fmla="*/ 60960 h 1140310"/>
              <a:gd name="connsiteX36" fmla="*/ 1247887 w 1355463"/>
              <a:gd name="connsiteY36" fmla="*/ 39444 h 1140310"/>
              <a:gd name="connsiteX37" fmla="*/ 1287332 w 1355463"/>
              <a:gd name="connsiteY37" fmla="*/ 25101 h 1140310"/>
              <a:gd name="connsiteX38" fmla="*/ 1298089 w 1355463"/>
              <a:gd name="connsiteY38" fmla="*/ 17929 h 1140310"/>
              <a:gd name="connsiteX39" fmla="*/ 1333948 w 1355463"/>
              <a:gd name="connsiteY39" fmla="*/ 7171 h 1140310"/>
              <a:gd name="connsiteX40" fmla="*/ 1355463 w 1355463"/>
              <a:gd name="connsiteY40" fmla="*/ 0 h 1140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355463" h="1140310">
                <a:moveTo>
                  <a:pt x="0" y="1140310"/>
                </a:moveTo>
                <a:cubicBezTo>
                  <a:pt x="17929" y="1139115"/>
                  <a:pt x="35970" y="1139048"/>
                  <a:pt x="53788" y="1136724"/>
                </a:cubicBezTo>
                <a:cubicBezTo>
                  <a:pt x="63562" y="1135449"/>
                  <a:pt x="72622" y="1129806"/>
                  <a:pt x="82475" y="1129553"/>
                </a:cubicBezTo>
                <a:lnTo>
                  <a:pt x="362174" y="1122381"/>
                </a:lnTo>
                <a:cubicBezTo>
                  <a:pt x="385648" y="1114556"/>
                  <a:pt x="362607" y="1125424"/>
                  <a:pt x="376517" y="1108037"/>
                </a:cubicBezTo>
                <a:cubicBezTo>
                  <a:pt x="379209" y="1104672"/>
                  <a:pt x="383689" y="1103256"/>
                  <a:pt x="387275" y="1100866"/>
                </a:cubicBezTo>
                <a:cubicBezTo>
                  <a:pt x="389666" y="1097280"/>
                  <a:pt x="390940" y="1092613"/>
                  <a:pt x="394447" y="1090108"/>
                </a:cubicBezTo>
                <a:cubicBezTo>
                  <a:pt x="399685" y="1086367"/>
                  <a:pt x="406619" y="1085815"/>
                  <a:pt x="412376" y="1082936"/>
                </a:cubicBezTo>
                <a:cubicBezTo>
                  <a:pt x="416838" y="1080705"/>
                  <a:pt x="435311" y="1066902"/>
                  <a:pt x="437477" y="1065007"/>
                </a:cubicBezTo>
                <a:cubicBezTo>
                  <a:pt x="442566" y="1060554"/>
                  <a:pt x="447420" y="1055797"/>
                  <a:pt x="451821" y="1050663"/>
                </a:cubicBezTo>
                <a:cubicBezTo>
                  <a:pt x="454626" y="1047391"/>
                  <a:pt x="455946" y="1042953"/>
                  <a:pt x="458993" y="1039906"/>
                </a:cubicBezTo>
                <a:cubicBezTo>
                  <a:pt x="464405" y="1034494"/>
                  <a:pt x="471314" y="1030770"/>
                  <a:pt x="476922" y="1025562"/>
                </a:cubicBezTo>
                <a:cubicBezTo>
                  <a:pt x="558033" y="950243"/>
                  <a:pt x="477844" y="1024101"/>
                  <a:pt x="523539" y="975360"/>
                </a:cubicBezTo>
                <a:cubicBezTo>
                  <a:pt x="536256" y="961795"/>
                  <a:pt x="549835" y="949063"/>
                  <a:pt x="562983" y="935915"/>
                </a:cubicBezTo>
                <a:lnTo>
                  <a:pt x="584499" y="914400"/>
                </a:lnTo>
                <a:cubicBezTo>
                  <a:pt x="591671" y="900056"/>
                  <a:pt x="600943" y="886583"/>
                  <a:pt x="606014" y="871369"/>
                </a:cubicBezTo>
                <a:cubicBezTo>
                  <a:pt x="609600" y="860611"/>
                  <a:pt x="612305" y="849519"/>
                  <a:pt x="616772" y="839096"/>
                </a:cubicBezTo>
                <a:cubicBezTo>
                  <a:pt x="637784" y="790067"/>
                  <a:pt x="617190" y="849018"/>
                  <a:pt x="638287" y="806823"/>
                </a:cubicBezTo>
                <a:cubicBezTo>
                  <a:pt x="645236" y="792925"/>
                  <a:pt x="653169" y="779030"/>
                  <a:pt x="656216" y="763793"/>
                </a:cubicBezTo>
                <a:cubicBezTo>
                  <a:pt x="657411" y="757816"/>
                  <a:pt x="657538" y="751522"/>
                  <a:pt x="659802" y="745863"/>
                </a:cubicBezTo>
                <a:cubicBezTo>
                  <a:pt x="664765" y="733455"/>
                  <a:pt x="677732" y="710004"/>
                  <a:pt x="677732" y="710004"/>
                </a:cubicBezTo>
                <a:cubicBezTo>
                  <a:pt x="678927" y="704028"/>
                  <a:pt x="679267" y="697815"/>
                  <a:pt x="681317" y="692075"/>
                </a:cubicBezTo>
                <a:cubicBezTo>
                  <a:pt x="685276" y="680988"/>
                  <a:pt x="690121" y="670189"/>
                  <a:pt x="695661" y="659802"/>
                </a:cubicBezTo>
                <a:cubicBezTo>
                  <a:pt x="705637" y="641098"/>
                  <a:pt x="727457" y="617408"/>
                  <a:pt x="738692" y="602428"/>
                </a:cubicBezTo>
                <a:cubicBezTo>
                  <a:pt x="769408" y="561473"/>
                  <a:pt x="733879" y="598040"/>
                  <a:pt x="785308" y="541468"/>
                </a:cubicBezTo>
                <a:cubicBezTo>
                  <a:pt x="797816" y="527709"/>
                  <a:pt x="809281" y="512337"/>
                  <a:pt x="824753" y="502023"/>
                </a:cubicBezTo>
                <a:cubicBezTo>
                  <a:pt x="856734" y="480703"/>
                  <a:pt x="865503" y="476888"/>
                  <a:pt x="896470" y="437477"/>
                </a:cubicBezTo>
                <a:cubicBezTo>
                  <a:pt x="909618" y="420743"/>
                  <a:pt x="924965" y="405524"/>
                  <a:pt x="935915" y="387275"/>
                </a:cubicBezTo>
                <a:cubicBezTo>
                  <a:pt x="939501" y="381299"/>
                  <a:pt x="942622" y="375017"/>
                  <a:pt x="946673" y="369346"/>
                </a:cubicBezTo>
                <a:cubicBezTo>
                  <a:pt x="954594" y="358256"/>
                  <a:pt x="971774" y="337073"/>
                  <a:pt x="971774" y="337073"/>
                </a:cubicBezTo>
                <a:cubicBezTo>
                  <a:pt x="980539" y="310778"/>
                  <a:pt x="969905" y="338701"/>
                  <a:pt x="1000461" y="294042"/>
                </a:cubicBezTo>
                <a:lnTo>
                  <a:pt x="1047077" y="225910"/>
                </a:lnTo>
                <a:cubicBezTo>
                  <a:pt x="1075864" y="183487"/>
                  <a:pt x="1058725" y="205972"/>
                  <a:pt x="1082936" y="175708"/>
                </a:cubicBezTo>
                <a:cubicBezTo>
                  <a:pt x="1084131" y="172122"/>
                  <a:pt x="1084370" y="168058"/>
                  <a:pt x="1086522" y="164950"/>
                </a:cubicBezTo>
                <a:cubicBezTo>
                  <a:pt x="1104313" y="139252"/>
                  <a:pt x="1124660" y="118009"/>
                  <a:pt x="1147482" y="96818"/>
                </a:cubicBezTo>
                <a:cubicBezTo>
                  <a:pt x="1163787" y="81678"/>
                  <a:pt x="1181633" y="72006"/>
                  <a:pt x="1201270" y="60960"/>
                </a:cubicBezTo>
                <a:cubicBezTo>
                  <a:pt x="1213710" y="53962"/>
                  <a:pt x="1234962" y="44470"/>
                  <a:pt x="1247887" y="39444"/>
                </a:cubicBezTo>
                <a:cubicBezTo>
                  <a:pt x="1260926" y="34373"/>
                  <a:pt x="1274473" y="30612"/>
                  <a:pt x="1287332" y="25101"/>
                </a:cubicBezTo>
                <a:cubicBezTo>
                  <a:pt x="1291293" y="23403"/>
                  <a:pt x="1294151" y="19679"/>
                  <a:pt x="1298089" y="17929"/>
                </a:cubicBezTo>
                <a:cubicBezTo>
                  <a:pt x="1313419" y="11115"/>
                  <a:pt x="1319351" y="11341"/>
                  <a:pt x="1333948" y="7171"/>
                </a:cubicBezTo>
                <a:cubicBezTo>
                  <a:pt x="1333985" y="7160"/>
                  <a:pt x="1355426" y="12"/>
                  <a:pt x="1355463" y="0"/>
                </a:cubicBezTo>
              </a:path>
            </a:pathLst>
          </a:cu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E1042632-663F-A705-2E81-065D234F008C}"/>
              </a:ext>
            </a:extLst>
          </p:cNvPr>
          <p:cNvSpPr>
            <a:spLocks/>
          </p:cNvSpPr>
          <p:nvPr/>
        </p:nvSpPr>
        <p:spPr>
          <a:xfrm>
            <a:off x="8578035" y="3310200"/>
            <a:ext cx="118800" cy="118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127000" dist="50800" dir="5400000" algn="t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07D6510A-50B2-2294-4718-C122ABDAE4D1}"/>
              </a:ext>
            </a:extLst>
          </p:cNvPr>
          <p:cNvCxnSpPr>
            <a:cxnSpLocks/>
          </p:cNvCxnSpPr>
          <p:nvPr/>
        </p:nvCxnSpPr>
        <p:spPr>
          <a:xfrm>
            <a:off x="1772854" y="6035040"/>
            <a:ext cx="0" cy="301335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椭圆 49">
            <a:extLst>
              <a:ext uri="{FF2B5EF4-FFF2-40B4-BE49-F238E27FC236}">
                <a16:creationId xmlns:a16="http://schemas.microsoft.com/office/drawing/2014/main" id="{CED8CE23-0762-724A-8A4C-A5DB4AC523D0}"/>
              </a:ext>
            </a:extLst>
          </p:cNvPr>
          <p:cNvSpPr>
            <a:spLocks/>
          </p:cNvSpPr>
          <p:nvPr/>
        </p:nvSpPr>
        <p:spPr>
          <a:xfrm>
            <a:off x="1713453" y="6327759"/>
            <a:ext cx="118800" cy="118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127000" dist="50800" dir="5400000" algn="t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1" name="TextBox 12">
            <a:extLst>
              <a:ext uri="{FF2B5EF4-FFF2-40B4-BE49-F238E27FC236}">
                <a16:creationId xmlns:a16="http://schemas.microsoft.com/office/drawing/2014/main" id="{4A4DF931-A9F5-0FAB-E5E9-561D0FD11183}"/>
              </a:ext>
            </a:extLst>
          </p:cNvPr>
          <p:cNvSpPr txBox="1">
            <a:spLocks/>
          </p:cNvSpPr>
          <p:nvPr/>
        </p:nvSpPr>
        <p:spPr>
          <a:xfrm flipH="1">
            <a:off x="7321169" y="1526778"/>
            <a:ext cx="2513731" cy="1547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ea"/>
                <a:cs typeface="Microsoft YaHei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ea typeface="Adobe Gothic Std B" panose="020B0800000000000000" pitchFamily="34" charset="-128"/>
                <a:cs typeface="+mn-ea"/>
                <a:sym typeface="Arial" panose="020B0604020202020204" pitchFamily="34" charset="0"/>
              </a:rPr>
              <a:t>2025</a:t>
            </a:r>
          </a:p>
          <a:p>
            <a:pPr algn="ctr"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Establishment of International Sales Department for direct export operations.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pitchFamily="2" charset="0"/>
              <a:ea typeface="微软雅黑" panose="020B0503020204020204" pitchFamily="34" charset="-122"/>
              <a:cs typeface="Open Sans" panose="020B0606030504020204" pitchFamily="34" charset="0"/>
              <a:sym typeface="Arial" panose="020B0604020202020204" pitchFamily="34" charset="0"/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B7083DF-4DD1-2145-EDB0-D80B4216D591}"/>
              </a:ext>
            </a:extLst>
          </p:cNvPr>
          <p:cNvCxnSpPr>
            <a:cxnSpLocks/>
          </p:cNvCxnSpPr>
          <p:nvPr/>
        </p:nvCxnSpPr>
        <p:spPr>
          <a:xfrm>
            <a:off x="5732695" y="4236720"/>
            <a:ext cx="0" cy="442463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椭圆 35">
            <a:extLst>
              <a:ext uri="{FF2B5EF4-FFF2-40B4-BE49-F238E27FC236}">
                <a16:creationId xmlns:a16="http://schemas.microsoft.com/office/drawing/2014/main" id="{207D2D00-8690-C6B5-CAA1-F8E945F695D0}"/>
              </a:ext>
            </a:extLst>
          </p:cNvPr>
          <p:cNvSpPr>
            <a:spLocks/>
          </p:cNvSpPr>
          <p:nvPr/>
        </p:nvSpPr>
        <p:spPr>
          <a:xfrm>
            <a:off x="5673294" y="4592821"/>
            <a:ext cx="118800" cy="118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127000" dist="50800" dir="5400000" algn="t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DB634C12-B8CB-9709-A732-01D38325B75E}"/>
              </a:ext>
            </a:extLst>
          </p:cNvPr>
          <p:cNvCxnSpPr>
            <a:cxnSpLocks/>
          </p:cNvCxnSpPr>
          <p:nvPr/>
        </p:nvCxnSpPr>
        <p:spPr>
          <a:xfrm>
            <a:off x="3735806" y="5295900"/>
            <a:ext cx="0" cy="552206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977DD1E0-DD34-E199-C90D-3F00C1016BA7}"/>
              </a:ext>
            </a:extLst>
          </p:cNvPr>
          <p:cNvSpPr>
            <a:spLocks/>
          </p:cNvSpPr>
          <p:nvPr/>
        </p:nvSpPr>
        <p:spPr>
          <a:xfrm>
            <a:off x="3676405" y="5784104"/>
            <a:ext cx="118800" cy="118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127000" dist="50800" dir="5400000" algn="t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184E06E9-9A32-8781-D69F-1679D9CA1ACC}"/>
              </a:ext>
            </a:extLst>
          </p:cNvPr>
          <p:cNvSpPr txBox="1">
            <a:spLocks/>
          </p:cNvSpPr>
          <p:nvPr/>
        </p:nvSpPr>
        <p:spPr>
          <a:xfrm>
            <a:off x="53924" y="501009"/>
            <a:ext cx="5434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Milestones of D&amp;M Gifts</a:t>
            </a:r>
          </a:p>
        </p:txBody>
      </p:sp>
      <p:grpSp>
        <p:nvGrpSpPr>
          <p:cNvPr id="62" name="ísļiďê">
            <a:extLst>
              <a:ext uri="{FF2B5EF4-FFF2-40B4-BE49-F238E27FC236}">
                <a16:creationId xmlns:a16="http://schemas.microsoft.com/office/drawing/2014/main" id="{E0EABAB3-289B-9B5D-3E0F-C822054E8836}"/>
              </a:ext>
            </a:extLst>
          </p:cNvPr>
          <p:cNvGrpSpPr/>
          <p:nvPr/>
        </p:nvGrpSpPr>
        <p:grpSpPr>
          <a:xfrm>
            <a:off x="10611705" y="333456"/>
            <a:ext cx="1525266" cy="338555"/>
            <a:chOff x="10289512" y="311393"/>
            <a:chExt cx="1882062" cy="442795"/>
          </a:xfrm>
        </p:grpSpPr>
        <p:pic>
          <p:nvPicPr>
            <p:cNvPr id="64" name="išḷîḍê">
              <a:extLst>
                <a:ext uri="{FF2B5EF4-FFF2-40B4-BE49-F238E27FC236}">
                  <a16:creationId xmlns:a16="http://schemas.microsoft.com/office/drawing/2014/main" id="{D1DBB539-0C79-08AA-9DCB-7753438456AF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289512" y="397454"/>
              <a:ext cx="247233" cy="261651"/>
            </a:xfrm>
            <a:prstGeom prst="rect">
              <a:avLst/>
            </a:prstGeom>
          </p:spPr>
        </p:pic>
        <p:sp>
          <p:nvSpPr>
            <p:cNvPr id="65" name="íṥḻiḍé">
              <a:extLst>
                <a:ext uri="{FF2B5EF4-FFF2-40B4-BE49-F238E27FC236}">
                  <a16:creationId xmlns:a16="http://schemas.microsoft.com/office/drawing/2014/main" id="{2A88C8C5-7931-5113-0238-60CAC23579E3}"/>
                </a:ext>
              </a:extLst>
            </p:cNvPr>
            <p:cNvSpPr txBox="1">
              <a:spLocks/>
            </p:cNvSpPr>
            <p:nvPr/>
          </p:nvSpPr>
          <p:spPr>
            <a:xfrm>
              <a:off x="10439815" y="311393"/>
              <a:ext cx="1731759" cy="442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itchFamily="2" charset="0"/>
                  <a:ea typeface="阿里巴巴普惠体 Light" panose="00020600040101010101" pitchFamily="18" charset="-122"/>
                  <a:cs typeface="阿里巴巴普惠体 Light" panose="00020600040101010101" pitchFamily="18" charset="-122"/>
                </a:rPr>
                <a:t>C&amp;M Crafts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endParaRPr>
            </a:p>
          </p:txBody>
        </p:sp>
      </p:grpSp>
      <p:sp>
        <p:nvSpPr>
          <p:cNvPr id="63" name="矩形 62">
            <a:extLst>
              <a:ext uri="{FF2B5EF4-FFF2-40B4-BE49-F238E27FC236}">
                <a16:creationId xmlns:a16="http://schemas.microsoft.com/office/drawing/2014/main" id="{0E30DF8C-11BA-FE2C-D361-F749EFBDA498}"/>
              </a:ext>
            </a:extLst>
          </p:cNvPr>
          <p:cNvSpPr>
            <a:spLocks/>
          </p:cNvSpPr>
          <p:nvPr/>
        </p:nvSpPr>
        <p:spPr>
          <a:xfrm>
            <a:off x="10540146" y="330006"/>
            <a:ext cx="1507660" cy="338555"/>
          </a:xfrm>
          <a:prstGeom prst="rect">
            <a:avLst/>
          </a:prstGeom>
          <a:noFill/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3" name="ísļiďê">
            <a:extLst>
              <a:ext uri="{FF2B5EF4-FFF2-40B4-BE49-F238E27FC236}">
                <a16:creationId xmlns:a16="http://schemas.microsoft.com/office/drawing/2014/main" id="{45820E42-65C5-616A-C917-6D43F1527F77}"/>
              </a:ext>
            </a:extLst>
          </p:cNvPr>
          <p:cNvGrpSpPr/>
          <p:nvPr/>
        </p:nvGrpSpPr>
        <p:grpSpPr>
          <a:xfrm>
            <a:off x="3963159" y="2043755"/>
            <a:ext cx="1525266" cy="338555"/>
            <a:chOff x="10289512" y="311393"/>
            <a:chExt cx="1882062" cy="442795"/>
          </a:xfrm>
        </p:grpSpPr>
        <p:pic>
          <p:nvPicPr>
            <p:cNvPr id="75" name="išḷîḍê">
              <a:extLst>
                <a:ext uri="{FF2B5EF4-FFF2-40B4-BE49-F238E27FC236}">
                  <a16:creationId xmlns:a16="http://schemas.microsoft.com/office/drawing/2014/main" id="{01AFE59A-5A86-96AC-9302-423832561BC8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289512" y="397454"/>
              <a:ext cx="247233" cy="261651"/>
            </a:xfrm>
            <a:prstGeom prst="rect">
              <a:avLst/>
            </a:prstGeom>
          </p:spPr>
        </p:pic>
        <p:sp>
          <p:nvSpPr>
            <p:cNvPr id="76" name="íṥḻiḍé">
              <a:extLst>
                <a:ext uri="{FF2B5EF4-FFF2-40B4-BE49-F238E27FC236}">
                  <a16:creationId xmlns:a16="http://schemas.microsoft.com/office/drawing/2014/main" id="{F55B7EAE-8520-376A-E451-27B071735CD5}"/>
                </a:ext>
              </a:extLst>
            </p:cNvPr>
            <p:cNvSpPr txBox="1">
              <a:spLocks/>
            </p:cNvSpPr>
            <p:nvPr/>
          </p:nvSpPr>
          <p:spPr>
            <a:xfrm>
              <a:off x="10439815" y="311393"/>
              <a:ext cx="1731759" cy="442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itchFamily="2" charset="0"/>
                  <a:ea typeface="阿里巴巴普惠体 Light" panose="00020600040101010101" pitchFamily="18" charset="-122"/>
                  <a:cs typeface="阿里巴巴普惠体 Light" panose="00020600040101010101" pitchFamily="18" charset="-122"/>
                </a:rPr>
                <a:t>C&amp;M Crafts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endParaRPr>
            </a:p>
          </p:txBody>
        </p:sp>
      </p:grpSp>
      <p:sp>
        <p:nvSpPr>
          <p:cNvPr id="74" name="矩形 73">
            <a:extLst>
              <a:ext uri="{FF2B5EF4-FFF2-40B4-BE49-F238E27FC236}">
                <a16:creationId xmlns:a16="http://schemas.microsoft.com/office/drawing/2014/main" id="{D1DC5652-3746-C73F-6AFC-93D499B8163F}"/>
              </a:ext>
            </a:extLst>
          </p:cNvPr>
          <p:cNvSpPr>
            <a:spLocks/>
          </p:cNvSpPr>
          <p:nvPr/>
        </p:nvSpPr>
        <p:spPr>
          <a:xfrm>
            <a:off x="3891600" y="2040305"/>
            <a:ext cx="1507660" cy="338555"/>
          </a:xfrm>
          <a:prstGeom prst="rect">
            <a:avLst/>
          </a:prstGeom>
          <a:noFill/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962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9860C-C42C-C1EE-FE48-6A8D77E01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AEF2A46-000B-A98A-324E-F0CB5978BB9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19" b="2207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27D6EDF0-090D-F2CD-898C-C9F80FCADCBF}"/>
              </a:ext>
            </a:extLst>
          </p:cNvPr>
          <p:cNvSpPr>
            <a:spLocks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lumMod val="85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9495503F-E8A4-A951-91B0-383C5EBD043E}"/>
              </a:ext>
            </a:extLst>
          </p:cNvPr>
          <p:cNvSpPr>
            <a:spLocks/>
          </p:cNvSpPr>
          <p:nvPr/>
        </p:nvSpPr>
        <p:spPr>
          <a:xfrm>
            <a:off x="4941032" y="547710"/>
            <a:ext cx="25473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  <a:ea typeface="Adobe Myungjo Std M" panose="02020600000000000000" pitchFamily="18" charset="-128"/>
              </a:rPr>
              <a:t>About Us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  <a:ea typeface="华文中宋" panose="02010600040101010101" pitchFamily="2" charset="-122"/>
            </a:endParaRPr>
          </a:p>
        </p:txBody>
      </p: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824A61B0-4E60-C0F5-601B-C1EB3D14A33B}"/>
              </a:ext>
            </a:extLst>
          </p:cNvPr>
          <p:cNvCxnSpPr>
            <a:cxnSpLocks/>
          </p:cNvCxnSpPr>
          <p:nvPr/>
        </p:nvCxnSpPr>
        <p:spPr>
          <a:xfrm flipH="1">
            <a:off x="3929241" y="1239653"/>
            <a:ext cx="45709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E4B24B68-1A20-D509-A97D-6B70CE819563}"/>
              </a:ext>
            </a:extLst>
          </p:cNvPr>
          <p:cNvCxnSpPr>
            <a:cxnSpLocks/>
          </p:cNvCxnSpPr>
          <p:nvPr/>
        </p:nvCxnSpPr>
        <p:spPr>
          <a:xfrm>
            <a:off x="3929241" y="466042"/>
            <a:ext cx="45709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 113">
            <a:extLst>
              <a:ext uri="{FF2B5EF4-FFF2-40B4-BE49-F238E27FC236}">
                <a16:creationId xmlns:a16="http://schemas.microsoft.com/office/drawing/2014/main" id="{08A69DE9-1B9C-97DA-71B8-85DDFD22606A}"/>
              </a:ext>
            </a:extLst>
          </p:cNvPr>
          <p:cNvSpPr>
            <a:spLocks/>
          </p:cNvSpPr>
          <p:nvPr/>
        </p:nvSpPr>
        <p:spPr>
          <a:xfrm>
            <a:off x="1016782" y="1937186"/>
            <a:ext cx="1102862" cy="10977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" name="TextBox 13">
            <a:extLst>
              <a:ext uri="{FF2B5EF4-FFF2-40B4-BE49-F238E27FC236}">
                <a16:creationId xmlns:a16="http://schemas.microsoft.com/office/drawing/2014/main" id="{87CFD1E0-F716-94E8-0277-D59995B4DBDB}"/>
              </a:ext>
            </a:extLst>
          </p:cNvPr>
          <p:cNvSpPr txBox="1">
            <a:spLocks/>
          </p:cNvSpPr>
          <p:nvPr/>
        </p:nvSpPr>
        <p:spPr>
          <a:xfrm>
            <a:off x="1190894" y="2070684"/>
            <a:ext cx="754639" cy="83080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7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47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7" name="TextBox 10">
            <a:extLst>
              <a:ext uri="{FF2B5EF4-FFF2-40B4-BE49-F238E27FC236}">
                <a16:creationId xmlns:a16="http://schemas.microsoft.com/office/drawing/2014/main" id="{50BAAA3E-9561-0FBC-01BB-871CDC659388}"/>
              </a:ext>
            </a:extLst>
          </p:cNvPr>
          <p:cNvSpPr txBox="1">
            <a:spLocks/>
          </p:cNvSpPr>
          <p:nvPr/>
        </p:nvSpPr>
        <p:spPr>
          <a:xfrm>
            <a:off x="2119643" y="2498980"/>
            <a:ext cx="2251981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What We Do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  <a:ea typeface="微软雅黑" pitchFamily="34" charset="-122"/>
            </a:endParaRPr>
          </a:p>
        </p:txBody>
      </p:sp>
      <p:sp>
        <p:nvSpPr>
          <p:cNvPr id="118" name="TextBox 11">
            <a:extLst>
              <a:ext uri="{FF2B5EF4-FFF2-40B4-BE49-F238E27FC236}">
                <a16:creationId xmlns:a16="http://schemas.microsoft.com/office/drawing/2014/main" id="{217FC8A1-0B2C-F328-9DC1-E166C3990BCB}"/>
              </a:ext>
            </a:extLst>
          </p:cNvPr>
          <p:cNvSpPr txBox="1">
            <a:spLocks/>
          </p:cNvSpPr>
          <p:nvPr/>
        </p:nvSpPr>
        <p:spPr>
          <a:xfrm>
            <a:off x="1020381" y="3157366"/>
            <a:ext cx="2975070" cy="2318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Luckygifts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is a company specializing in the design, production, and sales of metal gifts and crafts. We are dedicated to providing high-quality custom and wholesale services to designers and importers worldwide. 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Roboto" panose="02000000000000000000" pitchFamily="2" charset="0"/>
              <a:ea typeface="微软雅黑" pitchFamily="34" charset="-122"/>
            </a:endParaRPr>
          </a:p>
        </p:txBody>
      </p:sp>
      <p:sp>
        <p:nvSpPr>
          <p:cNvPr id="119" name="TextBox 504">
            <a:extLst>
              <a:ext uri="{FF2B5EF4-FFF2-40B4-BE49-F238E27FC236}">
                <a16:creationId xmlns:a16="http://schemas.microsoft.com/office/drawing/2014/main" id="{83FFE8F3-6390-1340-6845-967BF2953F54}"/>
              </a:ext>
            </a:extLst>
          </p:cNvPr>
          <p:cNvSpPr txBox="1">
            <a:spLocks/>
          </p:cNvSpPr>
          <p:nvPr/>
        </p:nvSpPr>
        <p:spPr>
          <a:xfrm>
            <a:off x="2085526" y="6249560"/>
            <a:ext cx="8258370" cy="420580"/>
          </a:xfrm>
          <a:prstGeom prst="rect">
            <a:avLst/>
          </a:prstGeom>
          <a:noFill/>
        </p:spPr>
        <p:txBody>
          <a:bodyPr wrap="square" lIns="91394" tIns="45696" rIns="91394" bIns="45696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US" altLang="zh-CN" sz="1600" dirty="0">
                <a:latin typeface="Montserrat" pitchFamily="2" charset="0"/>
                <a:ea typeface="Roboto" panose="02000000000000000000" pitchFamily="2" charset="0"/>
              </a:rPr>
              <a:t>Forever Driven by Dreams, Forever Guided by Gratitude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Montserrat" pitchFamily="2" charset="0"/>
              <a:ea typeface="Roboto" panose="02000000000000000000" pitchFamily="2" charset="0"/>
              <a:sym typeface="微软雅黑" pitchFamily="34" charset="-122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C80AB86C-7FC0-0100-6D97-EDECBBC0C0F4}"/>
              </a:ext>
            </a:extLst>
          </p:cNvPr>
          <p:cNvSpPr>
            <a:spLocks/>
          </p:cNvSpPr>
          <p:nvPr/>
        </p:nvSpPr>
        <p:spPr>
          <a:xfrm>
            <a:off x="4568805" y="1937186"/>
            <a:ext cx="1102862" cy="10977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TextBox 13">
            <a:extLst>
              <a:ext uri="{FF2B5EF4-FFF2-40B4-BE49-F238E27FC236}">
                <a16:creationId xmlns:a16="http://schemas.microsoft.com/office/drawing/2014/main" id="{5B6CC911-4238-9103-FE9F-EC937EDAEB60}"/>
              </a:ext>
            </a:extLst>
          </p:cNvPr>
          <p:cNvSpPr txBox="1">
            <a:spLocks/>
          </p:cNvSpPr>
          <p:nvPr/>
        </p:nvSpPr>
        <p:spPr>
          <a:xfrm>
            <a:off x="4742917" y="2070684"/>
            <a:ext cx="754639" cy="83080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7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47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" name="TextBox 10">
            <a:extLst>
              <a:ext uri="{FF2B5EF4-FFF2-40B4-BE49-F238E27FC236}">
                <a16:creationId xmlns:a16="http://schemas.microsoft.com/office/drawing/2014/main" id="{63EC51A4-1059-F2D0-14B8-7602F2AA835D}"/>
              </a:ext>
            </a:extLst>
          </p:cNvPr>
          <p:cNvSpPr txBox="1">
            <a:spLocks/>
          </p:cNvSpPr>
          <p:nvPr/>
        </p:nvSpPr>
        <p:spPr>
          <a:xfrm>
            <a:off x="5671663" y="2498980"/>
            <a:ext cx="2251983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Who We Are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  <a:ea typeface="微软雅黑" pitchFamily="34" charset="-122"/>
            </a:endParaRPr>
          </a:p>
        </p:txBody>
      </p:sp>
      <p:sp>
        <p:nvSpPr>
          <p:cNvPr id="125" name="TextBox 11">
            <a:extLst>
              <a:ext uri="{FF2B5EF4-FFF2-40B4-BE49-F238E27FC236}">
                <a16:creationId xmlns:a16="http://schemas.microsoft.com/office/drawing/2014/main" id="{4A20F98F-D3CB-BC15-3D23-93C8D47460E1}"/>
              </a:ext>
            </a:extLst>
          </p:cNvPr>
          <p:cNvSpPr txBox="1">
            <a:spLocks/>
          </p:cNvSpPr>
          <p:nvPr/>
        </p:nvSpPr>
        <p:spPr>
          <a:xfrm>
            <a:off x="4545735" y="3157366"/>
            <a:ext cx="3077939" cy="2318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Our team includes friendly salespeople, experienced designers, and skilled artisans. Whether for individual projects or large orders, we ensure each client receives attentive, reliable service tailored to their needs.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Roboto" panose="02000000000000000000" pitchFamily="2" charset="0"/>
              <a:ea typeface="微软雅黑" pitchFamily="34" charset="-122"/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0C40E288-7EB4-9D11-C58C-5C9B7F960244}"/>
              </a:ext>
            </a:extLst>
          </p:cNvPr>
          <p:cNvSpPr>
            <a:spLocks/>
          </p:cNvSpPr>
          <p:nvPr/>
        </p:nvSpPr>
        <p:spPr>
          <a:xfrm>
            <a:off x="8169982" y="1937186"/>
            <a:ext cx="1102862" cy="10977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TextBox 13">
            <a:extLst>
              <a:ext uri="{FF2B5EF4-FFF2-40B4-BE49-F238E27FC236}">
                <a16:creationId xmlns:a16="http://schemas.microsoft.com/office/drawing/2014/main" id="{80F07918-E28A-A5D1-1577-0A3067BF3B43}"/>
              </a:ext>
            </a:extLst>
          </p:cNvPr>
          <p:cNvSpPr txBox="1">
            <a:spLocks/>
          </p:cNvSpPr>
          <p:nvPr/>
        </p:nvSpPr>
        <p:spPr>
          <a:xfrm>
            <a:off x="8344094" y="2070684"/>
            <a:ext cx="754639" cy="83080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7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47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9" name="TextBox 10">
            <a:extLst>
              <a:ext uri="{FF2B5EF4-FFF2-40B4-BE49-F238E27FC236}">
                <a16:creationId xmlns:a16="http://schemas.microsoft.com/office/drawing/2014/main" id="{55D1C0F3-7D08-5E45-79D0-FA23432AAC93}"/>
              </a:ext>
            </a:extLst>
          </p:cNvPr>
          <p:cNvSpPr txBox="1">
            <a:spLocks/>
          </p:cNvSpPr>
          <p:nvPr/>
        </p:nvSpPr>
        <p:spPr>
          <a:xfrm>
            <a:off x="9272844" y="2498980"/>
            <a:ext cx="2251982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What We Want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  <a:ea typeface="微软雅黑" pitchFamily="34" charset="-122"/>
            </a:endParaRPr>
          </a:p>
        </p:txBody>
      </p:sp>
      <p:sp>
        <p:nvSpPr>
          <p:cNvPr id="130" name="TextBox 11">
            <a:extLst>
              <a:ext uri="{FF2B5EF4-FFF2-40B4-BE49-F238E27FC236}">
                <a16:creationId xmlns:a16="http://schemas.microsoft.com/office/drawing/2014/main" id="{BE4E98F0-C63C-0E4F-8686-0DD40F1DD9AB}"/>
              </a:ext>
            </a:extLst>
          </p:cNvPr>
          <p:cNvSpPr txBox="1">
            <a:spLocks/>
          </p:cNvSpPr>
          <p:nvPr/>
        </p:nvSpPr>
        <p:spPr>
          <a:xfrm>
            <a:off x="8314551" y="3157366"/>
            <a:ext cx="2836007" cy="2318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 help bring customers' ideas to life with exceptional craftsmanship and innovative design. By supporting our clients' visions, we strive to deliver quality products that inspire success and good fortune.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Roboto" panose="02000000000000000000" pitchFamily="2" charset="0"/>
              <a:ea typeface="微软雅黑" pitchFamily="34" charset="-122"/>
            </a:endParaRPr>
          </a:p>
        </p:txBody>
      </p: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3D29CC86-080C-EFD7-460F-89FE5E13F74B}"/>
              </a:ext>
            </a:extLst>
          </p:cNvPr>
          <p:cNvCxnSpPr>
            <a:cxnSpLocks/>
          </p:cNvCxnSpPr>
          <p:nvPr/>
        </p:nvCxnSpPr>
        <p:spPr>
          <a:xfrm>
            <a:off x="-7356" y="6244285"/>
            <a:ext cx="12205933" cy="0"/>
          </a:xfrm>
          <a:prstGeom prst="line">
            <a:avLst/>
          </a:prstGeom>
          <a:ln w="38100">
            <a:solidFill>
              <a:srgbClr val="BFBFB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62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  <p:bldP spid="1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54A9702-D17F-CD9C-A01F-F74745AB732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42" t="24630" r="-597" b="13184"/>
          <a:stretch>
            <a:fillRect/>
          </a:stretch>
        </p:blipFill>
        <p:spPr>
          <a:xfrm>
            <a:off x="3275934" y="3914836"/>
            <a:ext cx="3241160" cy="294215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4267958-4B66-02C3-EB71-BA1E0FBAA423}"/>
              </a:ext>
            </a:extLst>
          </p:cNvPr>
          <p:cNvSpPr>
            <a:spLocks/>
          </p:cNvSpPr>
          <p:nvPr/>
        </p:nvSpPr>
        <p:spPr>
          <a:xfrm>
            <a:off x="3296830" y="3915844"/>
            <a:ext cx="3221939" cy="2942156"/>
          </a:xfrm>
          <a:prstGeom prst="rect">
            <a:avLst/>
          </a:prstGeom>
          <a:gradFill flip="none" rotWithShape="1">
            <a:gsLst>
              <a:gs pos="22000">
                <a:schemeClr val="bg1">
                  <a:lumMod val="95000"/>
                  <a:alpha val="0"/>
                </a:schemeClr>
              </a:gs>
              <a:gs pos="75000">
                <a:schemeClr val="bg1">
                  <a:lumMod val="65000"/>
                  <a:alpha val="97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4" name="图片 33" descr="图片包含 图示&#10;&#10;AI 生成的内容可能不正确。">
            <a:extLst>
              <a:ext uri="{FF2B5EF4-FFF2-40B4-BE49-F238E27FC236}">
                <a16:creationId xmlns:a16="http://schemas.microsoft.com/office/drawing/2014/main" id="{36322968-B4DA-CE77-FB50-2ECA3C4EDBD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14" b="9787"/>
          <a:stretch/>
        </p:blipFill>
        <p:spPr>
          <a:xfrm>
            <a:off x="4948462" y="-1"/>
            <a:ext cx="3542227" cy="3943350"/>
          </a:xfrm>
          <a:prstGeom prst="rect">
            <a:avLst/>
          </a:prstGeom>
        </p:spPr>
      </p:pic>
      <p:pic>
        <p:nvPicPr>
          <p:cNvPr id="17" name="图片占位符 16"/>
          <p:cNvPicPr>
            <a:picLocks noGrp="1"/>
          </p:cNvPicPr>
          <p:nvPr>
            <p:ph type="pic" sz="quarter" idx="1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2" b="5412"/>
          <a:stretch/>
        </p:blipFill>
        <p:spPr>
          <a:xfrm>
            <a:off x="0" y="3924728"/>
            <a:ext cx="3289301" cy="2933272"/>
          </a:xfrm>
        </p:spPr>
      </p:pic>
      <p:pic>
        <p:nvPicPr>
          <p:cNvPr id="20" name="图片占位符 19"/>
          <p:cNvPicPr>
            <a:picLocks noGrp="1"/>
          </p:cNvPicPr>
          <p:nvPr>
            <p:ph type="pic" sz="quarter" idx="1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8" r="3318"/>
          <a:stretch/>
        </p:blipFill>
        <p:spPr>
          <a:xfrm>
            <a:off x="0" y="0"/>
            <a:ext cx="4966507" cy="3924728"/>
          </a:xfrm>
        </p:spPr>
      </p:pic>
      <p:pic>
        <p:nvPicPr>
          <p:cNvPr id="21" name="图片占位符 20"/>
          <p:cNvPicPr>
            <a:picLocks noGrp="1"/>
          </p:cNvPicPr>
          <p:nvPr>
            <p:ph type="pic" sz="quarter" idx="1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1" r="16111"/>
          <a:stretch/>
        </p:blipFill>
        <p:spPr>
          <a:xfrm>
            <a:off x="6502400" y="3924728"/>
            <a:ext cx="3341911" cy="2933272"/>
          </a:xfrm>
        </p:spPr>
      </p:pic>
      <p:pic>
        <p:nvPicPr>
          <p:cNvPr id="26" name="图片占位符 25"/>
          <p:cNvPicPr>
            <a:picLocks noGrp="1"/>
          </p:cNvPicPr>
          <p:nvPr>
            <p:ph type="pic" sz="quarter" idx="15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82986" y="1975692"/>
            <a:ext cx="3709013" cy="1962364"/>
          </a:xfrm>
        </p:spPr>
      </p:pic>
      <p:pic>
        <p:nvPicPr>
          <p:cNvPr id="3" name="图片占位符 24">
            <a:extLst>
              <a:ext uri="{FF2B5EF4-FFF2-40B4-BE49-F238E27FC236}">
                <a16:creationId xmlns:a16="http://schemas.microsoft.com/office/drawing/2014/main" id="{0D65941A-040C-0B31-1714-8FF21624BF2D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70" b="10870"/>
          <a:stretch/>
        </p:blipFill>
        <p:spPr>
          <a:xfrm>
            <a:off x="9844151" y="3933508"/>
            <a:ext cx="2347849" cy="2924492"/>
          </a:xfrm>
          <a:prstGeom prst="rect">
            <a:avLst/>
          </a:prstGeom>
          <a:pattFill prst="pct5">
            <a:fgClr>
              <a:schemeClr val="bg1">
                <a:lumMod val="95000"/>
              </a:schemeClr>
            </a:fgClr>
            <a:bgClr>
              <a:srgbClr val="D9D9D9"/>
            </a:bgClr>
          </a:pattFill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BDB4DDB-9FC8-D6E9-490D-2CDF292EDF29}"/>
              </a:ext>
            </a:extLst>
          </p:cNvPr>
          <p:cNvSpPr>
            <a:spLocks/>
          </p:cNvSpPr>
          <p:nvPr/>
        </p:nvSpPr>
        <p:spPr>
          <a:xfrm>
            <a:off x="-3943" y="-375"/>
            <a:ext cx="4952999" cy="3924300"/>
          </a:xfrm>
          <a:prstGeom prst="rect">
            <a:avLst/>
          </a:prstGeom>
          <a:gradFill flip="none" rotWithShape="1">
            <a:gsLst>
              <a:gs pos="77000">
                <a:schemeClr val="bg1">
                  <a:lumMod val="95000"/>
                  <a:alpha val="0"/>
                </a:schemeClr>
              </a:gs>
              <a:gs pos="24000">
                <a:schemeClr val="bg1">
                  <a:lumMod val="50000"/>
                  <a:alpha val="99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D8C84E-1798-42EE-1B45-71AA7BFDA424}"/>
              </a:ext>
            </a:extLst>
          </p:cNvPr>
          <p:cNvSpPr txBox="1">
            <a:spLocks/>
          </p:cNvSpPr>
          <p:nvPr/>
        </p:nvSpPr>
        <p:spPr>
          <a:xfrm>
            <a:off x="115881" y="3242343"/>
            <a:ext cx="2143760" cy="373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Lapel pin/Badge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C85304D-9CF9-26B6-98DE-E655695ACE71}"/>
              </a:ext>
            </a:extLst>
          </p:cNvPr>
          <p:cNvSpPr>
            <a:spLocks/>
          </p:cNvSpPr>
          <p:nvPr/>
        </p:nvSpPr>
        <p:spPr>
          <a:xfrm>
            <a:off x="6499050" y="3923882"/>
            <a:ext cx="3346907" cy="2926080"/>
          </a:xfrm>
          <a:prstGeom prst="rect">
            <a:avLst/>
          </a:prstGeom>
          <a:gradFill flip="none" rotWithShape="1">
            <a:gsLst>
              <a:gs pos="22000">
                <a:schemeClr val="bg1">
                  <a:lumMod val="95000"/>
                  <a:alpha val="0"/>
                </a:schemeClr>
              </a:gs>
              <a:gs pos="75000">
                <a:schemeClr val="bg1">
                  <a:lumMod val="65000"/>
                  <a:alpha val="97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A5DDDD6-26C4-8A5C-4C7B-0CE9FC86A85F}"/>
              </a:ext>
            </a:extLst>
          </p:cNvPr>
          <p:cNvSpPr>
            <a:spLocks/>
          </p:cNvSpPr>
          <p:nvPr/>
        </p:nvSpPr>
        <p:spPr>
          <a:xfrm flipH="1">
            <a:off x="8479790" y="1974849"/>
            <a:ext cx="3709326" cy="1956325"/>
          </a:xfrm>
          <a:prstGeom prst="rect">
            <a:avLst/>
          </a:prstGeom>
          <a:gradFill flip="none" rotWithShape="1">
            <a:gsLst>
              <a:gs pos="30000">
                <a:schemeClr val="bg1">
                  <a:lumMod val="95000"/>
                  <a:alpha val="0"/>
                </a:schemeClr>
              </a:gs>
              <a:gs pos="80000">
                <a:schemeClr val="bg1">
                  <a:lumMod val="6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7DC5334-D6BB-CE61-468D-9D64BD325C91}"/>
              </a:ext>
            </a:extLst>
          </p:cNvPr>
          <p:cNvSpPr>
            <a:spLocks/>
          </p:cNvSpPr>
          <p:nvPr/>
        </p:nvSpPr>
        <p:spPr>
          <a:xfrm rot="5400000" flipH="1">
            <a:off x="4748464" y="206398"/>
            <a:ext cx="3949700" cy="3513615"/>
          </a:xfrm>
          <a:prstGeom prst="rect">
            <a:avLst/>
          </a:prstGeom>
          <a:gradFill flip="none" rotWithShape="1">
            <a:gsLst>
              <a:gs pos="84000">
                <a:schemeClr val="bg1">
                  <a:lumMod val="95000"/>
                  <a:alpha val="0"/>
                </a:schemeClr>
              </a:gs>
              <a:gs pos="23000">
                <a:schemeClr val="bg1">
                  <a:lumMod val="65000"/>
                  <a:alpha val="8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4" name="图片 53" descr="墙上贴着许多海报&#10;&#10;AI 生成的内容可能不正确。">
            <a:extLst>
              <a:ext uri="{FF2B5EF4-FFF2-40B4-BE49-F238E27FC236}">
                <a16:creationId xmlns:a16="http://schemas.microsoft.com/office/drawing/2014/main" id="{70C63A5F-A193-6F04-1C5B-15A63FDA2D84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48" t="20779" r="19999" b="26234"/>
          <a:stretch/>
        </p:blipFill>
        <p:spPr>
          <a:xfrm>
            <a:off x="8480453" y="-5721"/>
            <a:ext cx="3714078" cy="1981199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BE71BBE2-F90A-D747-F8DF-5C9235612199}"/>
              </a:ext>
            </a:extLst>
          </p:cNvPr>
          <p:cNvSpPr>
            <a:spLocks/>
          </p:cNvSpPr>
          <p:nvPr/>
        </p:nvSpPr>
        <p:spPr>
          <a:xfrm>
            <a:off x="8489630" y="6347"/>
            <a:ext cx="3703429" cy="1981199"/>
          </a:xfrm>
          <a:prstGeom prst="rect">
            <a:avLst/>
          </a:prstGeom>
          <a:gradFill flip="none" rotWithShape="1">
            <a:gsLst>
              <a:gs pos="30000">
                <a:schemeClr val="bg1">
                  <a:lumMod val="95000"/>
                  <a:alpha val="0"/>
                </a:schemeClr>
              </a:gs>
              <a:gs pos="80000">
                <a:schemeClr val="bg1">
                  <a:lumMod val="6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1A11A9D-3C56-85A5-EB81-AC2EB13F02CD}"/>
              </a:ext>
            </a:extLst>
          </p:cNvPr>
          <p:cNvSpPr>
            <a:spLocks/>
          </p:cNvSpPr>
          <p:nvPr/>
        </p:nvSpPr>
        <p:spPr>
          <a:xfrm flipV="1">
            <a:off x="9841993" y="3929432"/>
            <a:ext cx="2346921" cy="2934976"/>
          </a:xfrm>
          <a:prstGeom prst="rect">
            <a:avLst/>
          </a:prstGeom>
          <a:gradFill flip="none" rotWithShape="1">
            <a:gsLst>
              <a:gs pos="22000">
                <a:schemeClr val="bg1">
                  <a:lumMod val="95000"/>
                  <a:alpha val="0"/>
                </a:schemeClr>
              </a:gs>
              <a:gs pos="73000">
                <a:schemeClr val="bg1">
                  <a:lumMod val="65000"/>
                  <a:alpha val="9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EBB550B-54F5-97A1-093F-807787DB5725}"/>
              </a:ext>
            </a:extLst>
          </p:cNvPr>
          <p:cNvSpPr>
            <a:spLocks/>
          </p:cNvSpPr>
          <p:nvPr/>
        </p:nvSpPr>
        <p:spPr>
          <a:xfrm>
            <a:off x="0" y="3921394"/>
            <a:ext cx="3274926" cy="2936606"/>
          </a:xfrm>
          <a:prstGeom prst="rect">
            <a:avLst/>
          </a:prstGeom>
          <a:gradFill flip="none" rotWithShape="1">
            <a:gsLst>
              <a:gs pos="22000">
                <a:schemeClr val="bg1">
                  <a:lumMod val="95000"/>
                  <a:alpha val="0"/>
                </a:schemeClr>
              </a:gs>
              <a:gs pos="75000">
                <a:schemeClr val="bg1">
                  <a:lumMod val="50000"/>
                  <a:alpha val="88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/>
          <p:cNvSpPr>
            <a:spLocks/>
          </p:cNvSpPr>
          <p:nvPr/>
        </p:nvSpPr>
        <p:spPr>
          <a:xfrm>
            <a:off x="4763831" y="2677224"/>
            <a:ext cx="2165372" cy="207999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>
            <a:spLocks/>
          </p:cNvSpPr>
          <p:nvPr/>
        </p:nvSpPr>
        <p:spPr>
          <a:xfrm>
            <a:off x="4956239" y="3023401"/>
            <a:ext cx="1784399" cy="1266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Quality Gifts,</a:t>
            </a:r>
          </a:p>
          <a:p>
            <a:r>
              <a:rPr lang="en-US" altLang="zh-CN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Made Simple</a:t>
            </a:r>
          </a:p>
          <a:p>
            <a:endParaRPr lang="en-US" sz="1600" dirty="0">
              <a:solidFill>
                <a:schemeClr val="bg1"/>
              </a:solidFill>
              <a:latin typeface="GeosansLight" panose="02000603020000020003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altLang="zh-CN" sz="11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From idea to product, we help you turn thoughts into tangible, quality gifts.</a:t>
            </a:r>
            <a:endParaRPr lang="en-US" sz="11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33B9CAA-6457-6F2A-5392-998C8ACB592E}"/>
              </a:ext>
            </a:extLst>
          </p:cNvPr>
          <p:cNvSpPr txBox="1">
            <a:spLocks/>
          </p:cNvSpPr>
          <p:nvPr/>
        </p:nvSpPr>
        <p:spPr>
          <a:xfrm>
            <a:off x="4663454" y="173196"/>
            <a:ext cx="1786210" cy="373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Medal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CF71528-CCD1-CD59-2A4B-F0C378A976A8}"/>
              </a:ext>
            </a:extLst>
          </p:cNvPr>
          <p:cNvSpPr txBox="1">
            <a:spLocks/>
          </p:cNvSpPr>
          <p:nvPr/>
        </p:nvSpPr>
        <p:spPr>
          <a:xfrm>
            <a:off x="10259382" y="175186"/>
            <a:ext cx="214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Fridge Magnet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5F01807-F377-9497-EB69-1838C59D56AC}"/>
              </a:ext>
            </a:extLst>
          </p:cNvPr>
          <p:cNvSpPr txBox="1">
            <a:spLocks/>
          </p:cNvSpPr>
          <p:nvPr/>
        </p:nvSpPr>
        <p:spPr>
          <a:xfrm>
            <a:off x="8377718" y="2136188"/>
            <a:ext cx="214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Cufflinks&amp;Tie-clip</a:t>
            </a:r>
            <a:endParaRPr lang="en-US" altLang="zh-CN" dirty="0"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071EB39-34C4-B491-D61E-DBA3F74C1593}"/>
              </a:ext>
            </a:extLst>
          </p:cNvPr>
          <p:cNvSpPr txBox="1">
            <a:spLocks/>
          </p:cNvSpPr>
          <p:nvPr/>
        </p:nvSpPr>
        <p:spPr>
          <a:xfrm>
            <a:off x="9608840" y="4050053"/>
            <a:ext cx="214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Tinplate Badge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1C61291-FFA1-8C8E-C12F-76E6435BEB6C}"/>
              </a:ext>
            </a:extLst>
          </p:cNvPr>
          <p:cNvSpPr txBox="1">
            <a:spLocks/>
          </p:cNvSpPr>
          <p:nvPr/>
        </p:nvSpPr>
        <p:spPr>
          <a:xfrm>
            <a:off x="6484675" y="6239806"/>
            <a:ext cx="214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Challenge Coin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34045B4-A18E-BDAC-85FA-37394A56DE0B}"/>
              </a:ext>
            </a:extLst>
          </p:cNvPr>
          <p:cNvSpPr txBox="1">
            <a:spLocks/>
          </p:cNvSpPr>
          <p:nvPr/>
        </p:nvSpPr>
        <p:spPr>
          <a:xfrm>
            <a:off x="139700" y="6239806"/>
            <a:ext cx="160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Keychain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05FB50-97E4-C3F3-28CD-063FFD8EDD2A}"/>
              </a:ext>
            </a:extLst>
          </p:cNvPr>
          <p:cNvSpPr txBox="1">
            <a:spLocks/>
          </p:cNvSpPr>
          <p:nvPr/>
        </p:nvSpPr>
        <p:spPr>
          <a:xfrm>
            <a:off x="4468765" y="6239806"/>
            <a:ext cx="214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Bottle-Opener</a:t>
            </a:r>
          </a:p>
        </p:txBody>
      </p:sp>
    </p:spTree>
    <p:extLst>
      <p:ext uri="{BB962C8B-B14F-4D97-AF65-F5344CB8AC3E}">
        <p14:creationId xmlns:p14="http://schemas.microsoft.com/office/powerpoint/2010/main" val="1768446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228D34B2-35EC-285E-D833-344FFF754A9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D823F0AD-8C59-BF35-0F0E-B4F0697C654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646531" y="6015501"/>
            <a:ext cx="1294164" cy="358764"/>
            <a:chOff x="10560806" y="6053601"/>
            <a:chExt cx="1294164" cy="358764"/>
          </a:xfrm>
        </p:grpSpPr>
        <p:sp>
          <p:nvSpPr>
            <p:cNvPr id="16" name="íŝľïḋé">
              <a:extLst>
                <a:ext uri="{FF2B5EF4-FFF2-40B4-BE49-F238E27FC236}">
                  <a16:creationId xmlns:a16="http://schemas.microsoft.com/office/drawing/2014/main" id="{4A660A1F-8CFA-9CE7-A23C-DD3A8D56927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60806" y="6132956"/>
              <a:ext cx="124690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00" dirty="0">
                  <a:solidFill>
                    <a:srgbClr val="FA45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阿里巴巴普惠体 Light" panose="00020600040101010101" pitchFamily="18" charset="-122"/>
                </a:rPr>
                <a:t>D&amp;M CRAFTS     01</a:t>
              </a:r>
            </a:p>
          </p:txBody>
        </p:sp>
        <p:sp>
          <p:nvSpPr>
            <p:cNvPr id="17" name="išḷíḋè">
              <a:extLst>
                <a:ext uri="{FF2B5EF4-FFF2-40B4-BE49-F238E27FC236}">
                  <a16:creationId xmlns:a16="http://schemas.microsoft.com/office/drawing/2014/main" id="{A80678D1-18B1-3E25-5EA1-D8C02842C1BC}"/>
                </a:ext>
              </a:extLst>
            </p:cNvPr>
            <p:cNvSpPr>
              <a:spLocks/>
            </p:cNvSpPr>
            <p:nvPr/>
          </p:nvSpPr>
          <p:spPr>
            <a:xfrm rot="3600000">
              <a:off x="11498268" y="6055663"/>
              <a:ext cx="358764" cy="354640"/>
            </a:xfrm>
            <a:prstGeom prst="arc">
              <a:avLst>
                <a:gd name="adj1" fmla="val 9301497"/>
                <a:gd name="adj2" fmla="val 5421245"/>
              </a:avLst>
            </a:prstGeom>
            <a:ln w="12700">
              <a:gradFill flip="none" rotWithShape="1">
                <a:gsLst>
                  <a:gs pos="0">
                    <a:srgbClr val="FA4500">
                      <a:alpha val="0"/>
                    </a:srgbClr>
                  </a:gs>
                  <a:gs pos="52000">
                    <a:srgbClr val="FA4500"/>
                  </a:gs>
                </a:gsLst>
                <a:lin ang="1980000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</p:grpSp>
      <p:pic>
        <p:nvPicPr>
          <p:cNvPr id="18" name="图片占位符 10">
            <a:extLst>
              <a:ext uri="{FF2B5EF4-FFF2-40B4-BE49-F238E27FC236}">
                <a16:creationId xmlns:a16="http://schemas.microsoft.com/office/drawing/2014/main" id="{FAAC9AF7-A100-5792-3B09-A199B31BE9D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9" t="189" r="1" b="189"/>
          <a:stretch/>
        </p:blipFill>
        <p:spPr>
          <a:xfrm rot="16200000">
            <a:off x="3531407" y="-1403687"/>
            <a:ext cx="5129185" cy="9867900"/>
          </a:xfrm>
          <a:prstGeom prst="rect">
            <a:avLst/>
          </a:prstGeom>
        </p:spPr>
      </p:pic>
      <p:sp>
        <p:nvSpPr>
          <p:cNvPr id="20" name="TextBox 8">
            <a:extLst>
              <a:ext uri="{FF2B5EF4-FFF2-40B4-BE49-F238E27FC236}">
                <a16:creationId xmlns:a16="http://schemas.microsoft.com/office/drawing/2014/main" id="{8864F2D1-C264-D8A9-59A0-DB92D4393BF3}"/>
              </a:ext>
            </a:extLst>
          </p:cNvPr>
          <p:cNvSpPr txBox="1">
            <a:spLocks/>
          </p:cNvSpPr>
          <p:nvPr/>
        </p:nvSpPr>
        <p:spPr>
          <a:xfrm>
            <a:off x="293421" y="337087"/>
            <a:ext cx="40142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Lapel Pin/Badge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EF8DD75B-1589-C5F5-B221-8CB9BCE2F00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03" t="14207" r="21299" b="12453"/>
          <a:stretch>
            <a:fillRect/>
          </a:stretch>
        </p:blipFill>
        <p:spPr>
          <a:xfrm>
            <a:off x="7942215" y="1714624"/>
            <a:ext cx="2261770" cy="26304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FE3C3400-6022-7CEB-0BCF-88332E71A42B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8" r="18989"/>
          <a:stretch>
            <a:fillRect/>
          </a:stretch>
        </p:blipFill>
        <p:spPr>
          <a:xfrm>
            <a:off x="4770289" y="1733554"/>
            <a:ext cx="2261771" cy="26304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2B215F62-F950-AFDD-C455-96D4FC2BF321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62" t="27383" r="33993" b="18027"/>
          <a:stretch>
            <a:fillRect/>
          </a:stretch>
        </p:blipFill>
        <p:spPr>
          <a:xfrm>
            <a:off x="1699030" y="1714623"/>
            <a:ext cx="2250872" cy="26304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7E6B28A-6636-392B-530F-65D4D9EDB911}"/>
              </a:ext>
            </a:extLst>
          </p:cNvPr>
          <p:cNvSpPr txBox="1">
            <a:spLocks/>
          </p:cNvSpPr>
          <p:nvPr/>
        </p:nvSpPr>
        <p:spPr>
          <a:xfrm>
            <a:off x="475978" y="6321885"/>
            <a:ext cx="4827864" cy="338554"/>
          </a:xfrm>
          <a:prstGeom prst="rect">
            <a:avLst/>
          </a:prstGeom>
          <a:noFill/>
          <a:effectLst>
            <a:outerShdw blurRad="63500" sx="102000" sy="102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5400000" algn="t" rotWithShape="0">
                    <a:schemeClr val="bg2">
                      <a:lumMod val="50000"/>
                      <a:alpha val="40000"/>
                    </a:scheme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*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5400000" algn="t" rotWithShape="0">
                    <a:schemeClr val="bg2">
                      <a:lumMod val="50000"/>
                      <a:alpha val="40000"/>
                    </a:scheme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For detailed information on the process, please refer to page 15.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5400000" algn="t" rotWithShape="0">
                  <a:schemeClr val="bg2">
                    <a:lumMod val="50000"/>
                    <a:alpha val="40000"/>
                  </a:schemeClr>
                </a:outerShdw>
              </a:effectLst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BAD9A28-4C72-CD4C-2579-73096A260789}"/>
              </a:ext>
            </a:extLst>
          </p:cNvPr>
          <p:cNvSpPr txBox="1">
            <a:spLocks/>
          </p:cNvSpPr>
          <p:nvPr/>
        </p:nvSpPr>
        <p:spPr>
          <a:xfrm>
            <a:off x="1497019" y="4660752"/>
            <a:ext cx="2654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Inter" panose="02000503000000020004" pitchFamily="2" charset="0"/>
                <a:ea typeface="Inter" panose="02000503000000020004" pitchFamily="2" charset="0"/>
              </a:rPr>
              <a:t>Soft Enamel Pin Badge</a:t>
            </a:r>
            <a:endParaRPr lang="zh-CN" altLang="en-US" dirty="0">
              <a:latin typeface="Inter" panose="02000503000000020004" pitchFamily="2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7CE01D4-607F-095A-6545-1CE1CCB86159}"/>
              </a:ext>
            </a:extLst>
          </p:cNvPr>
          <p:cNvSpPr txBox="1">
            <a:spLocks/>
          </p:cNvSpPr>
          <p:nvPr/>
        </p:nvSpPr>
        <p:spPr>
          <a:xfrm>
            <a:off x="4573727" y="4679682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Inter" panose="02000503000000020004" pitchFamily="2" charset="0"/>
                <a:ea typeface="Inter" panose="02000503000000020004" pitchFamily="2" charset="0"/>
              </a:rPr>
              <a:t>Hard Enamel Pin Badge</a:t>
            </a:r>
            <a:endParaRPr lang="zh-CN" altLang="en-US" dirty="0">
              <a:latin typeface="Inter" panose="02000503000000020004" pitchFamily="2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A33BAA3-4AD1-4AF3-81D0-D982D6A04519}"/>
              </a:ext>
            </a:extLst>
          </p:cNvPr>
          <p:cNvSpPr txBox="1">
            <a:spLocks/>
          </p:cNvSpPr>
          <p:nvPr/>
        </p:nvSpPr>
        <p:spPr>
          <a:xfrm>
            <a:off x="7978088" y="4660752"/>
            <a:ext cx="219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Inter" panose="02000503000000020004" pitchFamily="2" charset="0"/>
                <a:ea typeface="Inter" panose="02000503000000020004" pitchFamily="2" charset="0"/>
              </a:rPr>
              <a:t>Printing Pin Badge</a:t>
            </a:r>
            <a:endParaRPr lang="zh-CN" altLang="en-US" dirty="0">
              <a:latin typeface="Inter" panose="02000503000000020004" pitchFamily="2" charset="0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9EA11E8F-8ED8-6B7D-FBFD-1F07637505B5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8" r="18989"/>
          <a:stretch>
            <a:fillRect/>
          </a:stretch>
        </p:blipFill>
        <p:spPr>
          <a:xfrm>
            <a:off x="4738056" y="1768275"/>
            <a:ext cx="2261771" cy="26304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3" name="îṩlíḑè">
            <a:extLst>
              <a:ext uri="{FF2B5EF4-FFF2-40B4-BE49-F238E27FC236}">
                <a16:creationId xmlns:a16="http://schemas.microsoft.com/office/drawing/2014/main" id="{3F2C7CB4-37F0-E8A9-0B02-A1E52C1B08FE}"/>
              </a:ext>
            </a:extLst>
          </p:cNvPr>
          <p:cNvSpPr>
            <a:spLocks/>
          </p:cNvSpPr>
          <p:nvPr/>
        </p:nvSpPr>
        <p:spPr>
          <a:xfrm>
            <a:off x="11677650" y="369917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4" name="iṥḷídè">
            <a:extLst>
              <a:ext uri="{FF2B5EF4-FFF2-40B4-BE49-F238E27FC236}">
                <a16:creationId xmlns:a16="http://schemas.microsoft.com/office/drawing/2014/main" id="{F135104A-DE62-803F-8C45-351266CC067B}"/>
              </a:ext>
            </a:extLst>
          </p:cNvPr>
          <p:cNvSpPr>
            <a:spLocks/>
          </p:cNvSpPr>
          <p:nvPr/>
        </p:nvSpPr>
        <p:spPr>
          <a:xfrm>
            <a:off x="11677650" y="3099536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2" name="í$ḻïḋê">
            <a:extLst>
              <a:ext uri="{FF2B5EF4-FFF2-40B4-BE49-F238E27FC236}">
                <a16:creationId xmlns:a16="http://schemas.microsoft.com/office/drawing/2014/main" id="{6D09751E-0313-7DC1-9839-09FAAC5D58C8}"/>
              </a:ext>
            </a:extLst>
          </p:cNvPr>
          <p:cNvSpPr>
            <a:spLocks/>
          </p:cNvSpPr>
          <p:nvPr/>
        </p:nvSpPr>
        <p:spPr>
          <a:xfrm>
            <a:off x="11677650" y="3517315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4" name="îŝḷíḍê">
            <a:extLst>
              <a:ext uri="{FF2B5EF4-FFF2-40B4-BE49-F238E27FC236}">
                <a16:creationId xmlns:a16="http://schemas.microsoft.com/office/drawing/2014/main" id="{2CA94ECE-9495-3C40-5E6E-00D9E60C24A8}"/>
              </a:ext>
            </a:extLst>
          </p:cNvPr>
          <p:cNvSpPr>
            <a:spLocks/>
          </p:cNvSpPr>
          <p:nvPr/>
        </p:nvSpPr>
        <p:spPr>
          <a:xfrm>
            <a:off x="11677650" y="3295600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5" name="îşḻíďê">
            <a:extLst>
              <a:ext uri="{FF2B5EF4-FFF2-40B4-BE49-F238E27FC236}">
                <a16:creationId xmlns:a16="http://schemas.microsoft.com/office/drawing/2014/main" id="{048DE1DF-039E-9F02-359F-2472DDFC21B3}"/>
              </a:ext>
            </a:extLst>
          </p:cNvPr>
          <p:cNvSpPr>
            <a:spLocks/>
          </p:cNvSpPr>
          <p:nvPr/>
        </p:nvSpPr>
        <p:spPr>
          <a:xfrm>
            <a:off x="11677650" y="3328883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19" name="išḷîḍê">
            <a:extLst>
              <a:ext uri="{FF2B5EF4-FFF2-40B4-BE49-F238E27FC236}">
                <a16:creationId xmlns:a16="http://schemas.microsoft.com/office/drawing/2014/main" id="{85E9FB04-3FF2-CE71-7899-A613C7B4EFDE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68171" y="366411"/>
            <a:ext cx="200363" cy="200055"/>
          </a:xfrm>
          <a:prstGeom prst="rect">
            <a:avLst/>
          </a:prstGeom>
        </p:spPr>
      </p:pic>
      <p:sp>
        <p:nvSpPr>
          <p:cNvPr id="21" name="íṥḻiḍé">
            <a:extLst>
              <a:ext uri="{FF2B5EF4-FFF2-40B4-BE49-F238E27FC236}">
                <a16:creationId xmlns:a16="http://schemas.microsoft.com/office/drawing/2014/main" id="{B7B0D712-9DDE-3E1D-9DE0-465E6DA4915A}"/>
              </a:ext>
            </a:extLst>
          </p:cNvPr>
          <p:cNvSpPr txBox="1">
            <a:spLocks/>
          </p:cNvSpPr>
          <p:nvPr/>
        </p:nvSpPr>
        <p:spPr>
          <a:xfrm>
            <a:off x="10489980" y="300610"/>
            <a:ext cx="1403457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C&amp;M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2665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228D34B2-35EC-285E-D833-344FFF754A9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grpSp>
        <p:nvGrpSpPr>
          <p:cNvPr id="10" name="ísļiďê">
            <a:extLst>
              <a:ext uri="{FF2B5EF4-FFF2-40B4-BE49-F238E27FC236}">
                <a16:creationId xmlns:a16="http://schemas.microsoft.com/office/drawing/2014/main" id="{1DD5395F-DF91-871C-D67A-B7282A3F6D4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479858" y="310613"/>
            <a:ext cx="1627259" cy="437152"/>
            <a:chOff x="10163662" y="310372"/>
            <a:chExt cx="2007912" cy="571750"/>
          </a:xfrm>
        </p:grpSpPr>
        <p:pic>
          <p:nvPicPr>
            <p:cNvPr id="11" name="išḷîḍê">
              <a:extLst>
                <a:ext uri="{FF2B5EF4-FFF2-40B4-BE49-F238E27FC236}">
                  <a16:creationId xmlns:a16="http://schemas.microsoft.com/office/drawing/2014/main" id="{DCC74015-6305-87C9-F2F4-F00D8A6C9CC2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163662" y="310372"/>
              <a:ext cx="327128" cy="396613"/>
            </a:xfrm>
            <a:prstGeom prst="rect">
              <a:avLst/>
            </a:prstGeom>
          </p:spPr>
        </p:pic>
        <p:grpSp>
          <p:nvGrpSpPr>
            <p:cNvPr id="12" name="išḻïḓè">
              <a:extLst>
                <a:ext uri="{FF2B5EF4-FFF2-40B4-BE49-F238E27FC236}">
                  <a16:creationId xmlns:a16="http://schemas.microsoft.com/office/drawing/2014/main" id="{0BDD6958-0ECC-4CA4-FA47-8B51C767325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439815" y="311393"/>
              <a:ext cx="1731759" cy="570729"/>
              <a:chOff x="10439815" y="311393"/>
              <a:chExt cx="1731759" cy="570729"/>
            </a:xfrm>
          </p:grpSpPr>
          <p:sp>
            <p:nvSpPr>
              <p:cNvPr id="13" name="íṥḻiḍé">
                <a:extLst>
                  <a:ext uri="{FF2B5EF4-FFF2-40B4-BE49-F238E27FC236}">
                    <a16:creationId xmlns:a16="http://schemas.microsoft.com/office/drawing/2014/main" id="{D8B4C608-0748-E48E-C8E0-AD948898B81B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439815" y="311393"/>
                <a:ext cx="1731759" cy="442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itchFamily="2" charset="0"/>
                    <a:ea typeface="阿里巴巴普惠体 Light" panose="00020600040101010101" pitchFamily="18" charset="-122"/>
                    <a:cs typeface="阿里巴巴普惠体 Light" panose="00020600040101010101" pitchFamily="18" charset="-122"/>
                  </a:rPr>
                  <a:t>D&amp;M Crafts</a:t>
                </a:r>
                <a:endPara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itchFamily="2" charset="0"/>
                  <a:ea typeface="阿里巴巴普惠体 Light" panose="00020600040101010101" pitchFamily="18" charset="-122"/>
                  <a:cs typeface="阿里巴巴普惠体 Light" panose="00020600040101010101" pitchFamily="18" charset="-122"/>
                </a:endParaRPr>
              </a:p>
            </p:txBody>
          </p:sp>
          <p:sp>
            <p:nvSpPr>
              <p:cNvPr id="14" name="íṥļïdè">
                <a:extLst>
                  <a:ext uri="{FF2B5EF4-FFF2-40B4-BE49-F238E27FC236}">
                    <a16:creationId xmlns:a16="http://schemas.microsoft.com/office/drawing/2014/main" id="{1FAA66A7-7EB6-E807-FD0B-8CB3A950C328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445912" y="620471"/>
                <a:ext cx="1488803" cy="261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7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阿里巴巴普惠体 Light" panose="00020600040101010101" pitchFamily="18" charset="-122"/>
                  </a:rPr>
                  <a:t>PRODUCED BY MK</a:t>
                </a:r>
              </a:p>
            </p:txBody>
          </p: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823F0AD-8C59-BF35-0F0E-B4F0697C654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646531" y="6015501"/>
            <a:ext cx="1294164" cy="358764"/>
            <a:chOff x="10560806" y="6053601"/>
            <a:chExt cx="1294164" cy="358764"/>
          </a:xfrm>
        </p:grpSpPr>
        <p:sp>
          <p:nvSpPr>
            <p:cNvPr id="16" name="íŝľïḋé">
              <a:extLst>
                <a:ext uri="{FF2B5EF4-FFF2-40B4-BE49-F238E27FC236}">
                  <a16:creationId xmlns:a16="http://schemas.microsoft.com/office/drawing/2014/main" id="{4A660A1F-8CFA-9CE7-A23C-DD3A8D56927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60806" y="6132956"/>
              <a:ext cx="124690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00" dirty="0">
                  <a:solidFill>
                    <a:srgbClr val="FA45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阿里巴巴普惠体 Light" panose="00020600040101010101" pitchFamily="18" charset="-122"/>
                </a:rPr>
                <a:t>D&amp;M CRAFTS   01</a:t>
              </a:r>
            </a:p>
          </p:txBody>
        </p:sp>
        <p:sp>
          <p:nvSpPr>
            <p:cNvPr id="17" name="išḷíḋè">
              <a:extLst>
                <a:ext uri="{FF2B5EF4-FFF2-40B4-BE49-F238E27FC236}">
                  <a16:creationId xmlns:a16="http://schemas.microsoft.com/office/drawing/2014/main" id="{A80678D1-18B1-3E25-5EA1-D8C02842C1BC}"/>
                </a:ext>
              </a:extLst>
            </p:cNvPr>
            <p:cNvSpPr>
              <a:spLocks/>
            </p:cNvSpPr>
            <p:nvPr/>
          </p:nvSpPr>
          <p:spPr>
            <a:xfrm rot="3600000">
              <a:off x="11498268" y="6055663"/>
              <a:ext cx="358764" cy="354640"/>
            </a:xfrm>
            <a:prstGeom prst="arc">
              <a:avLst>
                <a:gd name="adj1" fmla="val 9301497"/>
                <a:gd name="adj2" fmla="val 5421245"/>
              </a:avLst>
            </a:prstGeom>
            <a:ln w="12700">
              <a:gradFill flip="none" rotWithShape="1">
                <a:gsLst>
                  <a:gs pos="0">
                    <a:srgbClr val="FA4500">
                      <a:alpha val="0"/>
                    </a:srgbClr>
                  </a:gs>
                  <a:gs pos="52000">
                    <a:srgbClr val="FA4500"/>
                  </a:gs>
                </a:gsLst>
                <a:lin ang="1980000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</p:grpSp>
      <p:sp>
        <p:nvSpPr>
          <p:cNvPr id="20" name="TextBox 8">
            <a:extLst>
              <a:ext uri="{FF2B5EF4-FFF2-40B4-BE49-F238E27FC236}">
                <a16:creationId xmlns:a16="http://schemas.microsoft.com/office/drawing/2014/main" id="{8864F2D1-C264-D8A9-59A0-DB92D4393BF3}"/>
              </a:ext>
            </a:extLst>
          </p:cNvPr>
          <p:cNvSpPr txBox="1">
            <a:spLocks/>
          </p:cNvSpPr>
          <p:nvPr/>
        </p:nvSpPr>
        <p:spPr>
          <a:xfrm>
            <a:off x="5529788" y="290692"/>
            <a:ext cx="3995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Lapel pin/Badge</a:t>
            </a:r>
          </a:p>
        </p:txBody>
      </p:sp>
      <p:pic>
        <p:nvPicPr>
          <p:cNvPr id="18" name="图片占位符 10">
            <a:extLst>
              <a:ext uri="{FF2B5EF4-FFF2-40B4-BE49-F238E27FC236}">
                <a16:creationId xmlns:a16="http://schemas.microsoft.com/office/drawing/2014/main" id="{FAAC9AF7-A100-5792-3B09-A199B31BE9D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9" t="189" r="1" b="189"/>
          <a:stretch/>
        </p:blipFill>
        <p:spPr>
          <a:xfrm>
            <a:off x="845819" y="1107440"/>
            <a:ext cx="8591551" cy="5316454"/>
          </a:xfrm>
          <a:prstGeom prst="rect">
            <a:avLst/>
          </a:prstGeom>
        </p:spPr>
      </p:pic>
      <p:pic>
        <p:nvPicPr>
          <p:cNvPr id="29" name="图片 28" descr="街道上有店铺的标志绿色背景白色的字&#10;&#10;AI 生成的内容可能不正确。">
            <a:extLst>
              <a:ext uri="{FF2B5EF4-FFF2-40B4-BE49-F238E27FC236}">
                <a16:creationId xmlns:a16="http://schemas.microsoft.com/office/drawing/2014/main" id="{29E09655-3D0D-F4E2-1F0A-CF5BD8232342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12" y="1258200"/>
            <a:ext cx="1884924" cy="2371098"/>
          </a:xfrm>
          <a:prstGeom prst="rect">
            <a:avLst/>
          </a:prstGeom>
        </p:spPr>
      </p:pic>
      <p:pic>
        <p:nvPicPr>
          <p:cNvPr id="31" name="图片 30" descr="图片包含 桌子, 站, 躺, 仪表&#10;&#10;AI 生成的内容可能不正确。">
            <a:extLst>
              <a:ext uri="{FF2B5EF4-FFF2-40B4-BE49-F238E27FC236}">
                <a16:creationId xmlns:a16="http://schemas.microsoft.com/office/drawing/2014/main" id="{C5794107-6ED9-8518-7940-8462A59ED1B9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58" y="3777993"/>
            <a:ext cx="1952432" cy="2371098"/>
          </a:xfrm>
          <a:prstGeom prst="rect">
            <a:avLst/>
          </a:prstGeom>
        </p:spPr>
      </p:pic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E7603B9F-A4DA-23CF-3766-34464380AC89}"/>
              </a:ext>
            </a:extLst>
          </p:cNvPr>
          <p:cNvCxnSpPr>
            <a:cxnSpLocks/>
          </p:cNvCxnSpPr>
          <p:nvPr/>
        </p:nvCxnSpPr>
        <p:spPr>
          <a:xfrm>
            <a:off x="2617470" y="1658620"/>
            <a:ext cx="92583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65991A30-F306-0F35-179C-94A527F6D72F}"/>
              </a:ext>
            </a:extLst>
          </p:cNvPr>
          <p:cNvSpPr txBox="1">
            <a:spLocks/>
          </p:cNvSpPr>
          <p:nvPr/>
        </p:nvSpPr>
        <p:spPr>
          <a:xfrm>
            <a:off x="3714750" y="2015569"/>
            <a:ext cx="3780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Material</a:t>
            </a:r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: </a:t>
            </a: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Available in brass, iron, zinc alloy or stainless steel, etc.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94D233D-DB3F-C73C-3B4B-A7A0B0B1209E}"/>
              </a:ext>
            </a:extLst>
          </p:cNvPr>
          <p:cNvCxnSpPr>
            <a:cxnSpLocks/>
          </p:cNvCxnSpPr>
          <p:nvPr/>
        </p:nvCxnSpPr>
        <p:spPr>
          <a:xfrm>
            <a:off x="2903220" y="2332990"/>
            <a:ext cx="640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D561D58-0ACD-4989-3CE5-8CBE85011726}"/>
              </a:ext>
            </a:extLst>
          </p:cNvPr>
          <p:cNvCxnSpPr>
            <a:cxnSpLocks/>
          </p:cNvCxnSpPr>
          <p:nvPr/>
        </p:nvCxnSpPr>
        <p:spPr>
          <a:xfrm>
            <a:off x="2148840" y="5784850"/>
            <a:ext cx="139446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0C717155-8601-40BD-C784-2907910C6BD3}"/>
              </a:ext>
            </a:extLst>
          </p:cNvPr>
          <p:cNvSpPr txBox="1">
            <a:spLocks/>
          </p:cNvSpPr>
          <p:nvPr/>
        </p:nvSpPr>
        <p:spPr>
          <a:xfrm>
            <a:off x="3714750" y="5439586"/>
            <a:ext cx="37496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</a:rPr>
              <a:t>Back Finish</a:t>
            </a:r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</a:rPr>
              <a:t>: </a:t>
            </a: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</a:rPr>
              <a:t>The reverse side can be sandblasted, polished smooth, etc.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EC9AF3A-BA9F-F8AA-7920-619E6015175A}"/>
              </a:ext>
            </a:extLst>
          </p:cNvPr>
          <p:cNvSpPr txBox="1">
            <a:spLocks/>
          </p:cNvSpPr>
          <p:nvPr/>
        </p:nvSpPr>
        <p:spPr>
          <a:xfrm>
            <a:off x="3714750" y="4594210"/>
            <a:ext cx="37496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</a:rPr>
              <a:t>Attachment</a:t>
            </a:r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</a:rPr>
              <a:t>: </a:t>
            </a: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</a:rPr>
              <a:t>Options include metal clutch, rubber clutch, safety pin, etc.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27052CC-457D-042B-7449-C8FF9C7F2792}"/>
              </a:ext>
            </a:extLst>
          </p:cNvPr>
          <p:cNvCxnSpPr>
            <a:cxnSpLocks/>
          </p:cNvCxnSpPr>
          <p:nvPr/>
        </p:nvCxnSpPr>
        <p:spPr>
          <a:xfrm>
            <a:off x="2137410" y="4881880"/>
            <a:ext cx="140589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50F4898D-CA7E-4AE0-048D-33B14359602D}"/>
              </a:ext>
            </a:extLst>
          </p:cNvPr>
          <p:cNvCxnSpPr>
            <a:cxnSpLocks/>
          </p:cNvCxnSpPr>
          <p:nvPr/>
        </p:nvCxnSpPr>
        <p:spPr>
          <a:xfrm>
            <a:off x="2377440" y="4173220"/>
            <a:ext cx="116586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B6329F51-37AA-4E15-D49E-92E6525F3CC8}"/>
              </a:ext>
            </a:extLst>
          </p:cNvPr>
          <p:cNvSpPr txBox="1">
            <a:spLocks/>
          </p:cNvSpPr>
          <p:nvPr/>
        </p:nvSpPr>
        <p:spPr>
          <a:xfrm>
            <a:off x="3714750" y="3964278"/>
            <a:ext cx="3780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</a:rPr>
              <a:t>Marking</a:t>
            </a:r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</a:rPr>
              <a:t>: </a:t>
            </a: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</a:rPr>
              <a:t>Molded text, Laser engraving or printing.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043A8CA-BC1A-88BD-22F3-FFEEC74E5E76}"/>
              </a:ext>
            </a:extLst>
          </p:cNvPr>
          <p:cNvSpPr txBox="1">
            <a:spLocks/>
          </p:cNvSpPr>
          <p:nvPr/>
        </p:nvSpPr>
        <p:spPr>
          <a:xfrm>
            <a:off x="3714750" y="1446907"/>
            <a:ext cx="3749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Craft: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soft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enamel,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hard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enamel,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3D effect, etc.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F3D8DD2C-0FBE-CD4C-9C41-7A95CA2C4C23}"/>
              </a:ext>
            </a:extLst>
          </p:cNvPr>
          <p:cNvCxnSpPr>
            <a:cxnSpLocks/>
          </p:cNvCxnSpPr>
          <p:nvPr/>
        </p:nvCxnSpPr>
        <p:spPr>
          <a:xfrm>
            <a:off x="2754630" y="2973070"/>
            <a:ext cx="78867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4DB381D7-5459-F256-D138-77563B9DD2FC}"/>
              </a:ext>
            </a:extLst>
          </p:cNvPr>
          <p:cNvSpPr txBox="1">
            <a:spLocks/>
          </p:cNvSpPr>
          <p:nvPr/>
        </p:nvSpPr>
        <p:spPr>
          <a:xfrm>
            <a:off x="3714750" y="2775853"/>
            <a:ext cx="3749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Plating: </a:t>
            </a: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gold, silver, copper, matt or antique, etc.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88DDE0FC-04A4-4DA1-C232-E5DD32D1611C}"/>
              </a:ext>
            </a:extLst>
          </p:cNvPr>
          <p:cNvSpPr>
            <a:spLocks/>
          </p:cNvSpPr>
          <p:nvPr/>
        </p:nvSpPr>
        <p:spPr>
          <a:xfrm>
            <a:off x="8465910" y="4913455"/>
            <a:ext cx="1437819" cy="4001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Create as you </a:t>
            </a:r>
          </a:p>
          <a:p>
            <a:pPr algn="ctr"/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wish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A2B23C74-7831-D3EF-BA04-5ED027412E97}"/>
              </a:ext>
            </a:extLst>
          </p:cNvPr>
          <p:cNvSpPr>
            <a:spLocks/>
          </p:cNvSpPr>
          <p:nvPr/>
        </p:nvSpPr>
        <p:spPr>
          <a:xfrm>
            <a:off x="7527290" y="3429000"/>
            <a:ext cx="3870959" cy="148948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809235-7F0C-EB55-8496-E86894271A0A}"/>
              </a:ext>
            </a:extLst>
          </p:cNvPr>
          <p:cNvSpPr txBox="1">
            <a:spLocks/>
          </p:cNvSpPr>
          <p:nvPr/>
        </p:nvSpPr>
        <p:spPr>
          <a:xfrm>
            <a:off x="7617916" y="3664052"/>
            <a:ext cx="3601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Montserrat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Regarding Customization</a:t>
            </a:r>
            <a:endParaRPr lang="en-US" sz="2000" b="1" dirty="0">
              <a:solidFill>
                <a:schemeClr val="bg1"/>
              </a:solidFill>
              <a:latin typeface="Montserra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E6B28A-6636-392B-530F-65D4D9EDB911}"/>
              </a:ext>
            </a:extLst>
          </p:cNvPr>
          <p:cNvSpPr txBox="1">
            <a:spLocks/>
          </p:cNvSpPr>
          <p:nvPr/>
        </p:nvSpPr>
        <p:spPr>
          <a:xfrm>
            <a:off x="7640777" y="4162317"/>
            <a:ext cx="366607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custom designs with no MOQ. Our team will gladly assist in turning your creative ideas into a draft—completely free of charge.</a:t>
            </a:r>
            <a:endParaRPr lang="en-US" sz="11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6465321A-96B4-DA14-61F0-12449BCAA64A}"/>
              </a:ext>
            </a:extLst>
          </p:cNvPr>
          <p:cNvSpPr txBox="1">
            <a:spLocks/>
          </p:cNvSpPr>
          <p:nvPr/>
        </p:nvSpPr>
        <p:spPr>
          <a:xfrm>
            <a:off x="5404986" y="847070"/>
            <a:ext cx="4331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Regarding customized products, we can provide:</a:t>
            </a:r>
          </a:p>
        </p:txBody>
      </p:sp>
      <p:sp>
        <p:nvSpPr>
          <p:cNvPr id="38" name="îṩlíḑè">
            <a:extLst>
              <a:ext uri="{FF2B5EF4-FFF2-40B4-BE49-F238E27FC236}">
                <a16:creationId xmlns:a16="http://schemas.microsoft.com/office/drawing/2014/main" id="{ECE3461D-6027-7B26-C937-AF494F850ED0}"/>
              </a:ext>
            </a:extLst>
          </p:cNvPr>
          <p:cNvSpPr>
            <a:spLocks/>
          </p:cNvSpPr>
          <p:nvPr/>
        </p:nvSpPr>
        <p:spPr>
          <a:xfrm>
            <a:off x="11677650" y="369917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41" name="iṥḷídè">
            <a:extLst>
              <a:ext uri="{FF2B5EF4-FFF2-40B4-BE49-F238E27FC236}">
                <a16:creationId xmlns:a16="http://schemas.microsoft.com/office/drawing/2014/main" id="{32876D0C-6B61-C11A-FD86-C75F69465BE8}"/>
              </a:ext>
            </a:extLst>
          </p:cNvPr>
          <p:cNvSpPr>
            <a:spLocks/>
          </p:cNvSpPr>
          <p:nvPr/>
        </p:nvSpPr>
        <p:spPr>
          <a:xfrm>
            <a:off x="11677650" y="3099536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47" name="í$ḻïḋê">
            <a:extLst>
              <a:ext uri="{FF2B5EF4-FFF2-40B4-BE49-F238E27FC236}">
                <a16:creationId xmlns:a16="http://schemas.microsoft.com/office/drawing/2014/main" id="{B1294FA1-70EC-B034-00FA-7D1C6409424B}"/>
              </a:ext>
            </a:extLst>
          </p:cNvPr>
          <p:cNvSpPr>
            <a:spLocks/>
          </p:cNvSpPr>
          <p:nvPr/>
        </p:nvSpPr>
        <p:spPr>
          <a:xfrm>
            <a:off x="11677650" y="3517315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49" name="îŝḷíḍê">
            <a:extLst>
              <a:ext uri="{FF2B5EF4-FFF2-40B4-BE49-F238E27FC236}">
                <a16:creationId xmlns:a16="http://schemas.microsoft.com/office/drawing/2014/main" id="{4CCA01DE-F714-4669-97A1-6F9B5783F4DD}"/>
              </a:ext>
            </a:extLst>
          </p:cNvPr>
          <p:cNvSpPr>
            <a:spLocks/>
          </p:cNvSpPr>
          <p:nvPr/>
        </p:nvSpPr>
        <p:spPr>
          <a:xfrm>
            <a:off x="11677650" y="3295600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51" name="îşḻíďê">
            <a:extLst>
              <a:ext uri="{FF2B5EF4-FFF2-40B4-BE49-F238E27FC236}">
                <a16:creationId xmlns:a16="http://schemas.microsoft.com/office/drawing/2014/main" id="{F29AB0D3-8253-EF2C-0DA0-B4FF33D5BE87}"/>
              </a:ext>
            </a:extLst>
          </p:cNvPr>
          <p:cNvSpPr>
            <a:spLocks/>
          </p:cNvSpPr>
          <p:nvPr/>
        </p:nvSpPr>
        <p:spPr>
          <a:xfrm>
            <a:off x="11677650" y="3328883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91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D9236-26DF-A2A2-3B88-63DB6E011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1997B727-9FE3-883D-389A-235342BCEA9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A9096EA4-4D81-0DEC-0B2B-EC63F2360E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646531" y="6015501"/>
            <a:ext cx="1294164" cy="358764"/>
            <a:chOff x="10560806" y="6053601"/>
            <a:chExt cx="1294164" cy="358764"/>
          </a:xfrm>
        </p:grpSpPr>
        <p:sp>
          <p:nvSpPr>
            <p:cNvPr id="16" name="íŝľïḋé">
              <a:extLst>
                <a:ext uri="{FF2B5EF4-FFF2-40B4-BE49-F238E27FC236}">
                  <a16:creationId xmlns:a16="http://schemas.microsoft.com/office/drawing/2014/main" id="{6ECC1794-FF79-8555-A5C0-C5F989291FB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60806" y="6132956"/>
              <a:ext cx="124690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00" dirty="0">
                  <a:solidFill>
                    <a:srgbClr val="FA45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阿里巴巴普惠体 Light" panose="00020600040101010101" pitchFamily="18" charset="-122"/>
                </a:rPr>
                <a:t>D&amp;M CRAFTS     01</a:t>
              </a:r>
            </a:p>
          </p:txBody>
        </p:sp>
        <p:sp>
          <p:nvSpPr>
            <p:cNvPr id="17" name="išḷíḋè">
              <a:extLst>
                <a:ext uri="{FF2B5EF4-FFF2-40B4-BE49-F238E27FC236}">
                  <a16:creationId xmlns:a16="http://schemas.microsoft.com/office/drawing/2014/main" id="{A51F4275-F7C8-7312-13B6-C4503C96C296}"/>
                </a:ext>
              </a:extLst>
            </p:cNvPr>
            <p:cNvSpPr>
              <a:spLocks/>
            </p:cNvSpPr>
            <p:nvPr/>
          </p:nvSpPr>
          <p:spPr>
            <a:xfrm rot="3600000">
              <a:off x="11498268" y="6055663"/>
              <a:ext cx="358764" cy="354640"/>
            </a:xfrm>
            <a:prstGeom prst="arc">
              <a:avLst>
                <a:gd name="adj1" fmla="val 9301497"/>
                <a:gd name="adj2" fmla="val 5421245"/>
              </a:avLst>
            </a:prstGeom>
            <a:ln w="12700">
              <a:gradFill flip="none" rotWithShape="1">
                <a:gsLst>
                  <a:gs pos="0">
                    <a:srgbClr val="FA4500">
                      <a:alpha val="0"/>
                    </a:srgbClr>
                  </a:gs>
                  <a:gs pos="52000">
                    <a:srgbClr val="FA4500"/>
                  </a:gs>
                </a:gsLst>
                <a:lin ang="1980000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</p:grpSp>
      <p:pic>
        <p:nvPicPr>
          <p:cNvPr id="18" name="图片占位符 10">
            <a:extLst>
              <a:ext uri="{FF2B5EF4-FFF2-40B4-BE49-F238E27FC236}">
                <a16:creationId xmlns:a16="http://schemas.microsoft.com/office/drawing/2014/main" id="{1EECF4B6-F19B-4899-5E3E-0D6101011E7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9" t="189" r="1" b="189"/>
          <a:stretch/>
        </p:blipFill>
        <p:spPr>
          <a:xfrm rot="16200000">
            <a:off x="3531407" y="-1403687"/>
            <a:ext cx="5129185" cy="9867900"/>
          </a:xfrm>
          <a:prstGeom prst="rect">
            <a:avLst/>
          </a:prstGeom>
        </p:spPr>
      </p:pic>
      <p:sp>
        <p:nvSpPr>
          <p:cNvPr id="20" name="TextBox 8">
            <a:extLst>
              <a:ext uri="{FF2B5EF4-FFF2-40B4-BE49-F238E27FC236}">
                <a16:creationId xmlns:a16="http://schemas.microsoft.com/office/drawing/2014/main" id="{0B1060E3-57B9-0B22-5BE7-AE4CDA9E471D}"/>
              </a:ext>
            </a:extLst>
          </p:cNvPr>
          <p:cNvSpPr txBox="1">
            <a:spLocks/>
          </p:cNvSpPr>
          <p:nvPr/>
        </p:nvSpPr>
        <p:spPr>
          <a:xfrm>
            <a:off x="293421" y="337087"/>
            <a:ext cx="1612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Medal</a:t>
            </a:r>
          </a:p>
        </p:txBody>
      </p:sp>
      <p:pic>
        <p:nvPicPr>
          <p:cNvPr id="28" name="išḷîḍê">
            <a:extLst>
              <a:ext uri="{FF2B5EF4-FFF2-40B4-BE49-F238E27FC236}">
                <a16:creationId xmlns:a16="http://schemas.microsoft.com/office/drawing/2014/main" id="{2017FE25-9A0C-7478-741E-34A50ABCE84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30" name="íṥḻiḍé">
            <a:extLst>
              <a:ext uri="{FF2B5EF4-FFF2-40B4-BE49-F238E27FC236}">
                <a16:creationId xmlns:a16="http://schemas.microsoft.com/office/drawing/2014/main" id="{75553B76-0029-6C58-BBF6-BD7D61D6736D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31" name="íṥļïdè">
            <a:extLst>
              <a:ext uri="{FF2B5EF4-FFF2-40B4-BE49-F238E27FC236}">
                <a16:creationId xmlns:a16="http://schemas.microsoft.com/office/drawing/2014/main" id="{91456429-C1EB-3206-19F7-B5D6C6521FDD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PRODUCED BY MK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B4D1636D-B3F5-3341-74ED-AD7482E22117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3" t="4823" r="15921" b="11166"/>
          <a:stretch>
            <a:fillRect/>
          </a:stretch>
        </p:blipFill>
        <p:spPr>
          <a:xfrm>
            <a:off x="7978088" y="1741453"/>
            <a:ext cx="2116789" cy="26304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FC94E5CD-991E-893D-087B-9D3143AF9FDA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7" t="4340" r="13430" b="5856"/>
          <a:stretch>
            <a:fillRect/>
          </a:stretch>
        </p:blipFill>
        <p:spPr>
          <a:xfrm>
            <a:off x="1720958" y="1740021"/>
            <a:ext cx="2191851" cy="26304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943D1C14-2150-05C9-591B-978C9711002A}"/>
              </a:ext>
            </a:extLst>
          </p:cNvPr>
          <p:cNvSpPr txBox="1">
            <a:spLocks/>
          </p:cNvSpPr>
          <p:nvPr/>
        </p:nvSpPr>
        <p:spPr>
          <a:xfrm>
            <a:off x="1709448" y="4597457"/>
            <a:ext cx="2214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Inter" panose="02000503000000020004" pitchFamily="2" charset="0"/>
                <a:ea typeface="Inter" panose="02000503000000020004" pitchFamily="2" charset="0"/>
              </a:rPr>
              <a:t>Soft Enamel Antique Medal</a:t>
            </a:r>
            <a:endParaRPr lang="zh-CN" altLang="en-US" dirty="0">
              <a:latin typeface="Inter" panose="02000503000000020004" pitchFamily="2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F8E5032-D56F-EBDD-A973-CA991C92097C}"/>
              </a:ext>
            </a:extLst>
          </p:cNvPr>
          <p:cNvSpPr txBox="1">
            <a:spLocks/>
          </p:cNvSpPr>
          <p:nvPr/>
        </p:nvSpPr>
        <p:spPr>
          <a:xfrm>
            <a:off x="7978088" y="4660752"/>
            <a:ext cx="219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Inter" panose="02000503000000020004" pitchFamily="2" charset="0"/>
                <a:ea typeface="Inter" panose="02000503000000020004" pitchFamily="2" charset="0"/>
              </a:rPr>
              <a:t>Printing Pin Badge</a:t>
            </a:r>
            <a:endParaRPr lang="zh-CN" altLang="en-US" dirty="0">
              <a:latin typeface="Inter" panose="02000503000000020004" pitchFamily="2" charset="0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C3243BC6-C073-5634-86FC-501D6235FE0A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8" r="7297" b="8270"/>
          <a:stretch>
            <a:fillRect/>
          </a:stretch>
        </p:blipFill>
        <p:spPr>
          <a:xfrm>
            <a:off x="4895371" y="1752722"/>
            <a:ext cx="2307623" cy="26304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3482080F-630B-A5C8-2A09-2F94DDBEA5AD}"/>
              </a:ext>
            </a:extLst>
          </p:cNvPr>
          <p:cNvSpPr txBox="1">
            <a:spLocks/>
          </p:cNvSpPr>
          <p:nvPr/>
        </p:nvSpPr>
        <p:spPr>
          <a:xfrm>
            <a:off x="4809099" y="4698849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Inter" panose="02000503000000020004" pitchFamily="2" charset="0"/>
                <a:ea typeface="Inter" panose="02000503000000020004" pitchFamily="2" charset="0"/>
              </a:rPr>
              <a:t>Movable Part Medal </a:t>
            </a:r>
            <a:endParaRPr lang="zh-CN" altLang="en-US" dirty="0">
              <a:latin typeface="Inter" panose="02000503000000020004" pitchFamily="2" charset="0"/>
            </a:endParaRPr>
          </a:p>
        </p:txBody>
      </p:sp>
      <p:sp>
        <p:nvSpPr>
          <p:cNvPr id="23" name="îṩlíḑè">
            <a:extLst>
              <a:ext uri="{FF2B5EF4-FFF2-40B4-BE49-F238E27FC236}">
                <a16:creationId xmlns:a16="http://schemas.microsoft.com/office/drawing/2014/main" id="{391E7209-EC28-2940-FB4C-A886C5D8462D}"/>
              </a:ext>
            </a:extLst>
          </p:cNvPr>
          <p:cNvSpPr>
            <a:spLocks/>
          </p:cNvSpPr>
          <p:nvPr/>
        </p:nvSpPr>
        <p:spPr>
          <a:xfrm>
            <a:off x="11677650" y="369917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4" name="iṥḷídè">
            <a:extLst>
              <a:ext uri="{FF2B5EF4-FFF2-40B4-BE49-F238E27FC236}">
                <a16:creationId xmlns:a16="http://schemas.microsoft.com/office/drawing/2014/main" id="{B40C0A90-E174-2C50-F631-58C39B2F8F6B}"/>
              </a:ext>
            </a:extLst>
          </p:cNvPr>
          <p:cNvSpPr>
            <a:spLocks/>
          </p:cNvSpPr>
          <p:nvPr/>
        </p:nvSpPr>
        <p:spPr>
          <a:xfrm>
            <a:off x="11677650" y="3099536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7" name="í$ḻïḋê">
            <a:extLst>
              <a:ext uri="{FF2B5EF4-FFF2-40B4-BE49-F238E27FC236}">
                <a16:creationId xmlns:a16="http://schemas.microsoft.com/office/drawing/2014/main" id="{95CC788F-7EB2-1D83-C51E-8A24357DDDE8}"/>
              </a:ext>
            </a:extLst>
          </p:cNvPr>
          <p:cNvSpPr>
            <a:spLocks/>
          </p:cNvSpPr>
          <p:nvPr/>
        </p:nvSpPr>
        <p:spPr>
          <a:xfrm>
            <a:off x="11677650" y="3517315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2" name="îŝḷíḍê">
            <a:extLst>
              <a:ext uri="{FF2B5EF4-FFF2-40B4-BE49-F238E27FC236}">
                <a16:creationId xmlns:a16="http://schemas.microsoft.com/office/drawing/2014/main" id="{446F2DF7-B03F-CDEA-234E-2E4E65963D85}"/>
              </a:ext>
            </a:extLst>
          </p:cNvPr>
          <p:cNvSpPr>
            <a:spLocks/>
          </p:cNvSpPr>
          <p:nvPr/>
        </p:nvSpPr>
        <p:spPr>
          <a:xfrm>
            <a:off x="11677650" y="3295600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4" name="îşḻíďê">
            <a:extLst>
              <a:ext uri="{FF2B5EF4-FFF2-40B4-BE49-F238E27FC236}">
                <a16:creationId xmlns:a16="http://schemas.microsoft.com/office/drawing/2014/main" id="{91EEC8A5-5900-433D-3E4A-0F7726D40CD0}"/>
              </a:ext>
            </a:extLst>
          </p:cNvPr>
          <p:cNvSpPr>
            <a:spLocks/>
          </p:cNvSpPr>
          <p:nvPr/>
        </p:nvSpPr>
        <p:spPr>
          <a:xfrm>
            <a:off x="11677650" y="3328883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67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228D34B2-35EC-285E-D833-344FFF754A9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pic>
        <p:nvPicPr>
          <p:cNvPr id="33" name="图片占位符 10">
            <a:extLst>
              <a:ext uri="{FF2B5EF4-FFF2-40B4-BE49-F238E27FC236}">
                <a16:creationId xmlns:a16="http://schemas.microsoft.com/office/drawing/2014/main" id="{7A747C60-03B3-A8F8-3EE9-BE8A3457BF8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9" t="189" r="1" b="189"/>
          <a:stretch/>
        </p:blipFill>
        <p:spPr>
          <a:xfrm rot="10800000">
            <a:off x="1974968" y="1055329"/>
            <a:ext cx="8394170" cy="5161580"/>
          </a:xfrm>
          <a:prstGeom prst="rect">
            <a:avLst/>
          </a:prstGeom>
        </p:spPr>
      </p:pic>
      <p:sp>
        <p:nvSpPr>
          <p:cNvPr id="27" name="Rectangle 27">
            <a:extLst>
              <a:ext uri="{FF2B5EF4-FFF2-40B4-BE49-F238E27FC236}">
                <a16:creationId xmlns:a16="http://schemas.microsoft.com/office/drawing/2014/main" id="{88DDE0FC-04A4-4DA1-C232-E5DD32D1611C}"/>
              </a:ext>
            </a:extLst>
          </p:cNvPr>
          <p:cNvSpPr>
            <a:spLocks/>
          </p:cNvSpPr>
          <p:nvPr/>
        </p:nvSpPr>
        <p:spPr>
          <a:xfrm>
            <a:off x="832870" y="2437335"/>
            <a:ext cx="1437819" cy="4001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Create as you </a:t>
            </a:r>
          </a:p>
          <a:p>
            <a:pPr algn="ctr"/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wish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A2B23C74-7831-D3EF-BA04-5ED027412E97}"/>
              </a:ext>
            </a:extLst>
          </p:cNvPr>
          <p:cNvSpPr>
            <a:spLocks/>
          </p:cNvSpPr>
          <p:nvPr/>
        </p:nvSpPr>
        <p:spPr>
          <a:xfrm>
            <a:off x="429213" y="2834312"/>
            <a:ext cx="3870959" cy="148948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E6B28A-6636-392B-530F-65D4D9EDB911}"/>
              </a:ext>
            </a:extLst>
          </p:cNvPr>
          <p:cNvSpPr txBox="1">
            <a:spLocks/>
          </p:cNvSpPr>
          <p:nvPr/>
        </p:nvSpPr>
        <p:spPr>
          <a:xfrm>
            <a:off x="531653" y="3257814"/>
            <a:ext cx="3666077" cy="646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Montserrat" pitchFamily="2" charset="0"/>
              </a:rPr>
              <a:t>Ready to start? Contact us for a free virtual proof.</a:t>
            </a:r>
            <a:endParaRPr lang="en-US" dirty="0">
              <a:solidFill>
                <a:schemeClr val="bg1"/>
              </a:solidFill>
              <a:latin typeface="Montserra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8864F2D1-C264-D8A9-59A0-DB92D4393BF3}"/>
              </a:ext>
            </a:extLst>
          </p:cNvPr>
          <p:cNvSpPr txBox="1">
            <a:spLocks/>
          </p:cNvSpPr>
          <p:nvPr/>
        </p:nvSpPr>
        <p:spPr>
          <a:xfrm>
            <a:off x="1379454" y="220846"/>
            <a:ext cx="1612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Medal</a:t>
            </a: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6465321A-96B4-DA14-61F0-12449BCAA64A}"/>
              </a:ext>
            </a:extLst>
          </p:cNvPr>
          <p:cNvSpPr txBox="1">
            <a:spLocks/>
          </p:cNvSpPr>
          <p:nvPr/>
        </p:nvSpPr>
        <p:spPr>
          <a:xfrm>
            <a:off x="1379454" y="788333"/>
            <a:ext cx="4331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Regarding customized products, we can provide:</a:t>
            </a:r>
          </a:p>
        </p:txBody>
      </p:sp>
      <p:pic>
        <p:nvPicPr>
          <p:cNvPr id="32" name="图片 31" descr="图片包含 物体, 游戏机, 标志&#10;&#10;AI 生成的内容可能不正确。">
            <a:extLst>
              <a:ext uri="{FF2B5EF4-FFF2-40B4-BE49-F238E27FC236}">
                <a16:creationId xmlns:a16="http://schemas.microsoft.com/office/drawing/2014/main" id="{0446C958-EF1F-ECD5-2FA3-5EE0B69D9117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83" y="1598433"/>
            <a:ext cx="2542749" cy="3797559"/>
          </a:xfrm>
          <a:prstGeom prst="rect">
            <a:avLst/>
          </a:prstGeom>
        </p:spPr>
      </p:pic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285B3676-A15C-67B4-BCDD-422ECB189B55}"/>
              </a:ext>
            </a:extLst>
          </p:cNvPr>
          <p:cNvCxnSpPr>
            <a:cxnSpLocks/>
          </p:cNvCxnSpPr>
          <p:nvPr/>
        </p:nvCxnSpPr>
        <p:spPr>
          <a:xfrm flipH="1">
            <a:off x="7546563" y="2457390"/>
            <a:ext cx="115965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2462ACB8-1BE2-CDFB-1824-D5BCDB92DDA3}"/>
              </a:ext>
            </a:extLst>
          </p:cNvPr>
          <p:cNvSpPr txBox="1">
            <a:spLocks/>
          </p:cNvSpPr>
          <p:nvPr/>
        </p:nvSpPr>
        <p:spPr>
          <a:xfrm flipH="1">
            <a:off x="3796888" y="3156749"/>
            <a:ext cx="3749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Attachment</a:t>
            </a:r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: </a:t>
            </a:r>
          </a:p>
          <a:p>
            <a:pPr algn="r"/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Available in many different styles.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CAC4276-04A8-FEAD-6BD0-0DD6031B44CA}"/>
              </a:ext>
            </a:extLst>
          </p:cNvPr>
          <p:cNvCxnSpPr>
            <a:cxnSpLocks/>
          </p:cNvCxnSpPr>
          <p:nvPr/>
        </p:nvCxnSpPr>
        <p:spPr>
          <a:xfrm flipH="1">
            <a:off x="7546563" y="5215255"/>
            <a:ext cx="133895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2C08061F-4399-441F-6B82-9CAD07258B7A}"/>
              </a:ext>
            </a:extLst>
          </p:cNvPr>
          <p:cNvSpPr txBox="1">
            <a:spLocks/>
          </p:cNvSpPr>
          <p:nvPr/>
        </p:nvSpPr>
        <p:spPr>
          <a:xfrm flipH="1">
            <a:off x="3796888" y="5083086"/>
            <a:ext cx="3749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Craft</a:t>
            </a:r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: </a:t>
            </a:r>
          </a:p>
          <a:p>
            <a:pPr algn="r"/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Soft enamel, 3D effect, etc. 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9A2ED13-4399-1793-7C24-44D0F8A632DE}"/>
              </a:ext>
            </a:extLst>
          </p:cNvPr>
          <p:cNvCxnSpPr>
            <a:cxnSpLocks/>
          </p:cNvCxnSpPr>
          <p:nvPr/>
        </p:nvCxnSpPr>
        <p:spPr>
          <a:xfrm flipH="1">
            <a:off x="7546563" y="4497308"/>
            <a:ext cx="693494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84A859B2-5A2A-4F77-CD20-B2BC67FA431E}"/>
              </a:ext>
            </a:extLst>
          </p:cNvPr>
          <p:cNvCxnSpPr>
            <a:cxnSpLocks/>
          </p:cNvCxnSpPr>
          <p:nvPr/>
        </p:nvCxnSpPr>
        <p:spPr>
          <a:xfrm flipH="1">
            <a:off x="7555990" y="3875521"/>
            <a:ext cx="657634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6CCF85A2-4156-9027-085F-FC2BA1F02B98}"/>
              </a:ext>
            </a:extLst>
          </p:cNvPr>
          <p:cNvSpPr txBox="1">
            <a:spLocks/>
          </p:cNvSpPr>
          <p:nvPr/>
        </p:nvSpPr>
        <p:spPr>
          <a:xfrm flipH="1">
            <a:off x="3765637" y="3723133"/>
            <a:ext cx="3780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Marking</a:t>
            </a:r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: </a:t>
            </a:r>
          </a:p>
          <a:p>
            <a:pPr algn="r"/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Laser engraving or printing, etc.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48BFDC3-7A9C-1109-E48D-49DE47965FED}"/>
              </a:ext>
            </a:extLst>
          </p:cNvPr>
          <p:cNvSpPr txBox="1">
            <a:spLocks/>
          </p:cNvSpPr>
          <p:nvPr/>
        </p:nvSpPr>
        <p:spPr>
          <a:xfrm flipH="1">
            <a:off x="4427894" y="2246607"/>
            <a:ext cx="31186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Ribbon: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pPr algn="r"/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Customize color, type, and printing logo, etc.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95233978-0D79-5A4A-EE81-A82DEB518BD4}"/>
              </a:ext>
            </a:extLst>
          </p:cNvPr>
          <p:cNvCxnSpPr>
            <a:cxnSpLocks/>
          </p:cNvCxnSpPr>
          <p:nvPr/>
        </p:nvCxnSpPr>
        <p:spPr>
          <a:xfrm flipH="1">
            <a:off x="7546563" y="3374618"/>
            <a:ext cx="112379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18C14CBD-20FC-C205-459F-FF342855E2C4}"/>
              </a:ext>
            </a:extLst>
          </p:cNvPr>
          <p:cNvSpPr txBox="1">
            <a:spLocks/>
          </p:cNvSpPr>
          <p:nvPr/>
        </p:nvSpPr>
        <p:spPr>
          <a:xfrm flipH="1">
            <a:off x="3796887" y="4323801"/>
            <a:ext cx="3749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Plating: </a:t>
            </a:r>
          </a:p>
          <a:p>
            <a:pPr algn="r"/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gold, silver, copper, matt or antique, etc.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pic>
        <p:nvPicPr>
          <p:cNvPr id="26" name="išḷîḍê">
            <a:extLst>
              <a:ext uri="{FF2B5EF4-FFF2-40B4-BE49-F238E27FC236}">
                <a16:creationId xmlns:a16="http://schemas.microsoft.com/office/drawing/2014/main" id="{DD865E00-9AD1-9951-DB77-CE830C26BACD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29" name="íṥḻiḍé">
            <a:extLst>
              <a:ext uri="{FF2B5EF4-FFF2-40B4-BE49-F238E27FC236}">
                <a16:creationId xmlns:a16="http://schemas.microsoft.com/office/drawing/2014/main" id="{23DC7B91-9AC9-F64D-40ED-2BCED57BE734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30" name="íṥļïdè">
            <a:extLst>
              <a:ext uri="{FF2B5EF4-FFF2-40B4-BE49-F238E27FC236}">
                <a16:creationId xmlns:a16="http://schemas.microsoft.com/office/drawing/2014/main" id="{87086F89-A928-D8B5-E4BB-0C5FA9607B58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PRODUCED BY MK</a:t>
            </a:r>
          </a:p>
        </p:txBody>
      </p:sp>
      <p:sp>
        <p:nvSpPr>
          <p:cNvPr id="36" name="íŝľïḋé">
            <a:extLst>
              <a:ext uri="{FF2B5EF4-FFF2-40B4-BE49-F238E27FC236}">
                <a16:creationId xmlns:a16="http://schemas.microsoft.com/office/drawing/2014/main" id="{993EDDA4-1082-C999-3EA0-88C8475C4624}"/>
              </a:ext>
            </a:extLst>
          </p:cNvPr>
          <p:cNvSpPr txBox="1">
            <a:spLocks/>
          </p:cNvSpPr>
          <p:nvPr/>
        </p:nvSpPr>
        <p:spPr>
          <a:xfrm>
            <a:off x="10646531" y="6094856"/>
            <a:ext cx="12469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00" dirty="0">
                <a:solidFill>
                  <a:srgbClr val="FA4500"/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D&amp;M CRAFTS     01</a:t>
            </a:r>
          </a:p>
        </p:txBody>
      </p:sp>
      <p:sp>
        <p:nvSpPr>
          <p:cNvPr id="38" name="išḷíḋè">
            <a:extLst>
              <a:ext uri="{FF2B5EF4-FFF2-40B4-BE49-F238E27FC236}">
                <a16:creationId xmlns:a16="http://schemas.microsoft.com/office/drawing/2014/main" id="{8C8BF41A-A388-2115-CF9B-8AB89B2A0A01}"/>
              </a:ext>
            </a:extLst>
          </p:cNvPr>
          <p:cNvSpPr>
            <a:spLocks/>
          </p:cNvSpPr>
          <p:nvPr/>
        </p:nvSpPr>
        <p:spPr>
          <a:xfrm rot="3600000">
            <a:off x="11583993" y="6017563"/>
            <a:ext cx="358764" cy="354640"/>
          </a:xfrm>
          <a:prstGeom prst="arc">
            <a:avLst>
              <a:gd name="adj1" fmla="val 9301497"/>
              <a:gd name="adj2" fmla="val 5421245"/>
            </a:avLst>
          </a:prstGeom>
          <a:ln w="12700">
            <a:gradFill flip="none" rotWithShape="1">
              <a:gsLst>
                <a:gs pos="0">
                  <a:srgbClr val="FA4500">
                    <a:alpha val="0"/>
                  </a:srgbClr>
                </a:gs>
                <a:gs pos="52000">
                  <a:srgbClr val="FA4500"/>
                </a:gs>
              </a:gsLst>
              <a:lin ang="19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" name="îṩlíḑè">
            <a:extLst>
              <a:ext uri="{FF2B5EF4-FFF2-40B4-BE49-F238E27FC236}">
                <a16:creationId xmlns:a16="http://schemas.microsoft.com/office/drawing/2014/main" id="{80A53D87-0181-049F-35F4-EF38D7810EC7}"/>
              </a:ext>
            </a:extLst>
          </p:cNvPr>
          <p:cNvSpPr>
            <a:spLocks/>
          </p:cNvSpPr>
          <p:nvPr/>
        </p:nvSpPr>
        <p:spPr>
          <a:xfrm>
            <a:off x="11677650" y="369917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2" name="iṥḷídè">
            <a:extLst>
              <a:ext uri="{FF2B5EF4-FFF2-40B4-BE49-F238E27FC236}">
                <a16:creationId xmlns:a16="http://schemas.microsoft.com/office/drawing/2014/main" id="{1591AA76-CD46-9C39-8350-6F196546C755}"/>
              </a:ext>
            </a:extLst>
          </p:cNvPr>
          <p:cNvSpPr>
            <a:spLocks/>
          </p:cNvSpPr>
          <p:nvPr/>
        </p:nvSpPr>
        <p:spPr>
          <a:xfrm>
            <a:off x="11677650" y="3099536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4" name="í$ḻïḋê">
            <a:extLst>
              <a:ext uri="{FF2B5EF4-FFF2-40B4-BE49-F238E27FC236}">
                <a16:creationId xmlns:a16="http://schemas.microsoft.com/office/drawing/2014/main" id="{C3AAA86D-9443-89BC-ECD8-7E7A6A8924A2}"/>
              </a:ext>
            </a:extLst>
          </p:cNvPr>
          <p:cNvSpPr>
            <a:spLocks/>
          </p:cNvSpPr>
          <p:nvPr/>
        </p:nvSpPr>
        <p:spPr>
          <a:xfrm>
            <a:off x="11677650" y="3517315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5" name="îŝḷíḍê">
            <a:extLst>
              <a:ext uri="{FF2B5EF4-FFF2-40B4-BE49-F238E27FC236}">
                <a16:creationId xmlns:a16="http://schemas.microsoft.com/office/drawing/2014/main" id="{1FB79F59-9CE8-912A-EB00-2A5307B9A1CB}"/>
              </a:ext>
            </a:extLst>
          </p:cNvPr>
          <p:cNvSpPr>
            <a:spLocks/>
          </p:cNvSpPr>
          <p:nvPr/>
        </p:nvSpPr>
        <p:spPr>
          <a:xfrm>
            <a:off x="11677650" y="3295600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6" name="îşḻíďê">
            <a:extLst>
              <a:ext uri="{FF2B5EF4-FFF2-40B4-BE49-F238E27FC236}">
                <a16:creationId xmlns:a16="http://schemas.microsoft.com/office/drawing/2014/main" id="{F82E91A2-895E-58B5-1E7A-437DFB127FB0}"/>
              </a:ext>
            </a:extLst>
          </p:cNvPr>
          <p:cNvSpPr>
            <a:spLocks/>
          </p:cNvSpPr>
          <p:nvPr/>
        </p:nvSpPr>
        <p:spPr>
          <a:xfrm>
            <a:off x="11677650" y="3328883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31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E645D-2E93-867A-D84E-3C3FE56D3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F9229F83-88ED-45C5-77B5-B69B6C33D12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8D836CFD-7928-827C-2E81-7803726CF5F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646531" y="6015501"/>
            <a:ext cx="1294164" cy="358764"/>
            <a:chOff x="10560806" y="6053601"/>
            <a:chExt cx="1294164" cy="358764"/>
          </a:xfrm>
        </p:grpSpPr>
        <p:sp>
          <p:nvSpPr>
            <p:cNvPr id="16" name="íŝľïḋé">
              <a:extLst>
                <a:ext uri="{FF2B5EF4-FFF2-40B4-BE49-F238E27FC236}">
                  <a16:creationId xmlns:a16="http://schemas.microsoft.com/office/drawing/2014/main" id="{12E567BF-3B9B-3864-6243-B6C8574AC0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60806" y="6132956"/>
              <a:ext cx="124690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00" dirty="0">
                  <a:solidFill>
                    <a:srgbClr val="FA45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阿里巴巴普惠体 Light" panose="00020600040101010101" pitchFamily="18" charset="-122"/>
                </a:rPr>
                <a:t>D&amp;M CRAFTS     01</a:t>
              </a:r>
            </a:p>
          </p:txBody>
        </p:sp>
        <p:sp>
          <p:nvSpPr>
            <p:cNvPr id="17" name="išḷíḋè">
              <a:extLst>
                <a:ext uri="{FF2B5EF4-FFF2-40B4-BE49-F238E27FC236}">
                  <a16:creationId xmlns:a16="http://schemas.microsoft.com/office/drawing/2014/main" id="{D33868C0-1355-8C84-379D-4A066858EC43}"/>
                </a:ext>
              </a:extLst>
            </p:cNvPr>
            <p:cNvSpPr>
              <a:spLocks/>
            </p:cNvSpPr>
            <p:nvPr/>
          </p:nvSpPr>
          <p:spPr>
            <a:xfrm rot="3600000">
              <a:off x="11498268" y="6055663"/>
              <a:ext cx="358764" cy="354640"/>
            </a:xfrm>
            <a:prstGeom prst="arc">
              <a:avLst>
                <a:gd name="adj1" fmla="val 9301497"/>
                <a:gd name="adj2" fmla="val 5421245"/>
              </a:avLst>
            </a:prstGeom>
            <a:ln w="12700">
              <a:gradFill flip="none" rotWithShape="1">
                <a:gsLst>
                  <a:gs pos="0">
                    <a:srgbClr val="FA4500">
                      <a:alpha val="0"/>
                    </a:srgbClr>
                  </a:gs>
                  <a:gs pos="52000">
                    <a:srgbClr val="FA4500"/>
                  </a:gs>
                </a:gsLst>
                <a:lin ang="1980000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</p:grpSp>
      <p:pic>
        <p:nvPicPr>
          <p:cNvPr id="18" name="图片占位符 10">
            <a:extLst>
              <a:ext uri="{FF2B5EF4-FFF2-40B4-BE49-F238E27FC236}">
                <a16:creationId xmlns:a16="http://schemas.microsoft.com/office/drawing/2014/main" id="{B6B0835A-284E-A6A5-3958-65CC98D03EA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9" t="189" r="1" b="189"/>
          <a:stretch/>
        </p:blipFill>
        <p:spPr>
          <a:xfrm rot="16200000">
            <a:off x="3531407" y="-1403687"/>
            <a:ext cx="5129185" cy="9867900"/>
          </a:xfrm>
          <a:prstGeom prst="rect">
            <a:avLst/>
          </a:prstGeom>
        </p:spPr>
      </p:pic>
      <p:sp>
        <p:nvSpPr>
          <p:cNvPr id="20" name="TextBox 8">
            <a:extLst>
              <a:ext uri="{FF2B5EF4-FFF2-40B4-BE49-F238E27FC236}">
                <a16:creationId xmlns:a16="http://schemas.microsoft.com/office/drawing/2014/main" id="{32751298-88BF-47D1-B1F2-E102CEBACE41}"/>
              </a:ext>
            </a:extLst>
          </p:cNvPr>
          <p:cNvSpPr txBox="1">
            <a:spLocks/>
          </p:cNvSpPr>
          <p:nvPr/>
        </p:nvSpPr>
        <p:spPr>
          <a:xfrm>
            <a:off x="293421" y="337087"/>
            <a:ext cx="37032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Challenge Coin</a:t>
            </a:r>
          </a:p>
        </p:txBody>
      </p:sp>
      <p:pic>
        <p:nvPicPr>
          <p:cNvPr id="28" name="išḷîḍê">
            <a:extLst>
              <a:ext uri="{FF2B5EF4-FFF2-40B4-BE49-F238E27FC236}">
                <a16:creationId xmlns:a16="http://schemas.microsoft.com/office/drawing/2014/main" id="{07DF8E8B-DCDB-6C1C-48F0-6150C7F166F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30" name="íṥḻiḍé">
            <a:extLst>
              <a:ext uri="{FF2B5EF4-FFF2-40B4-BE49-F238E27FC236}">
                <a16:creationId xmlns:a16="http://schemas.microsoft.com/office/drawing/2014/main" id="{F95F33A8-6709-F4EF-B158-316AF0CB10E4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31" name="íṥļïdè">
            <a:extLst>
              <a:ext uri="{FF2B5EF4-FFF2-40B4-BE49-F238E27FC236}">
                <a16:creationId xmlns:a16="http://schemas.microsoft.com/office/drawing/2014/main" id="{211D87D2-3CD9-F702-AC3D-B8F43824F4D9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PRODUCED BY MK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83EF0100-91D7-5CDA-6521-CE6AFE1D1FE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3" t="4823" r="15921" b="11166"/>
          <a:stretch>
            <a:fillRect/>
          </a:stretch>
        </p:blipFill>
        <p:spPr>
          <a:xfrm>
            <a:off x="7978088" y="1741453"/>
            <a:ext cx="2116789" cy="26304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88221936-4EC5-07D4-E994-277F7D2251A6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7" t="4340" r="13430" b="5856"/>
          <a:stretch>
            <a:fillRect/>
          </a:stretch>
        </p:blipFill>
        <p:spPr>
          <a:xfrm>
            <a:off x="1720958" y="1740021"/>
            <a:ext cx="2191851" cy="26304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C52704CF-014B-B0E8-B41D-F7483CE47510}"/>
              </a:ext>
            </a:extLst>
          </p:cNvPr>
          <p:cNvSpPr txBox="1">
            <a:spLocks/>
          </p:cNvSpPr>
          <p:nvPr/>
        </p:nvSpPr>
        <p:spPr>
          <a:xfrm>
            <a:off x="1709448" y="4597457"/>
            <a:ext cx="2214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Inter" panose="02000503000000020004" pitchFamily="2" charset="0"/>
                <a:ea typeface="Inter" panose="02000503000000020004" pitchFamily="2" charset="0"/>
              </a:rPr>
              <a:t>Soft Enamel Antique Medal</a:t>
            </a:r>
            <a:endParaRPr lang="zh-CN" altLang="en-US" dirty="0">
              <a:latin typeface="Inter" panose="02000503000000020004" pitchFamily="2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BF198E7-BCA0-1637-7A58-399658327DE7}"/>
              </a:ext>
            </a:extLst>
          </p:cNvPr>
          <p:cNvSpPr txBox="1">
            <a:spLocks/>
          </p:cNvSpPr>
          <p:nvPr/>
        </p:nvSpPr>
        <p:spPr>
          <a:xfrm>
            <a:off x="7978088" y="4660752"/>
            <a:ext cx="219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Inter" panose="02000503000000020004" pitchFamily="2" charset="0"/>
                <a:ea typeface="Inter" panose="02000503000000020004" pitchFamily="2" charset="0"/>
              </a:rPr>
              <a:t>Printing Pin Badge</a:t>
            </a:r>
            <a:endParaRPr lang="zh-CN" altLang="en-US" dirty="0">
              <a:latin typeface="Inter" panose="02000503000000020004" pitchFamily="2" charset="0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03766843-AD03-985A-E07B-5B8B3FAC10B8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8" r="7297" b="8270"/>
          <a:stretch>
            <a:fillRect/>
          </a:stretch>
        </p:blipFill>
        <p:spPr>
          <a:xfrm>
            <a:off x="4895371" y="1752722"/>
            <a:ext cx="2307623" cy="26304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AA4BEFF6-44E9-909D-4916-84ACB9B0D322}"/>
              </a:ext>
            </a:extLst>
          </p:cNvPr>
          <p:cNvSpPr txBox="1">
            <a:spLocks/>
          </p:cNvSpPr>
          <p:nvPr/>
        </p:nvSpPr>
        <p:spPr>
          <a:xfrm>
            <a:off x="4809099" y="4698849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Inter" panose="02000503000000020004" pitchFamily="2" charset="0"/>
                <a:ea typeface="Inter" panose="02000503000000020004" pitchFamily="2" charset="0"/>
              </a:rPr>
              <a:t>Movable Part Medal </a:t>
            </a:r>
            <a:endParaRPr lang="zh-CN" altLang="en-US" dirty="0">
              <a:latin typeface="Inter" panose="02000503000000020004" pitchFamily="2" charset="0"/>
            </a:endParaRPr>
          </a:p>
        </p:txBody>
      </p:sp>
      <p:sp>
        <p:nvSpPr>
          <p:cNvPr id="11" name="îṩlíḑè">
            <a:extLst>
              <a:ext uri="{FF2B5EF4-FFF2-40B4-BE49-F238E27FC236}">
                <a16:creationId xmlns:a16="http://schemas.microsoft.com/office/drawing/2014/main" id="{48B9B9E3-C48B-8B98-FBD8-289B8D0F9FF8}"/>
              </a:ext>
            </a:extLst>
          </p:cNvPr>
          <p:cNvSpPr>
            <a:spLocks/>
          </p:cNvSpPr>
          <p:nvPr/>
        </p:nvSpPr>
        <p:spPr>
          <a:xfrm>
            <a:off x="11677650" y="369917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2" name="iṥḷídè">
            <a:extLst>
              <a:ext uri="{FF2B5EF4-FFF2-40B4-BE49-F238E27FC236}">
                <a16:creationId xmlns:a16="http://schemas.microsoft.com/office/drawing/2014/main" id="{2E751AEE-2975-ED9E-D073-7BADA775DB84}"/>
              </a:ext>
            </a:extLst>
          </p:cNvPr>
          <p:cNvSpPr>
            <a:spLocks/>
          </p:cNvSpPr>
          <p:nvPr/>
        </p:nvSpPr>
        <p:spPr>
          <a:xfrm>
            <a:off x="11677650" y="3099536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4" name="í$ḻïḋê">
            <a:extLst>
              <a:ext uri="{FF2B5EF4-FFF2-40B4-BE49-F238E27FC236}">
                <a16:creationId xmlns:a16="http://schemas.microsoft.com/office/drawing/2014/main" id="{F7057095-7C33-C7F4-24A3-36E55E779347}"/>
              </a:ext>
            </a:extLst>
          </p:cNvPr>
          <p:cNvSpPr>
            <a:spLocks/>
          </p:cNvSpPr>
          <p:nvPr/>
        </p:nvSpPr>
        <p:spPr>
          <a:xfrm>
            <a:off x="11677650" y="3517315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9" name="îŝḷíḍê">
            <a:extLst>
              <a:ext uri="{FF2B5EF4-FFF2-40B4-BE49-F238E27FC236}">
                <a16:creationId xmlns:a16="http://schemas.microsoft.com/office/drawing/2014/main" id="{3A54CA7C-F40D-2B21-A7B3-DB07F3D03A0D}"/>
              </a:ext>
            </a:extLst>
          </p:cNvPr>
          <p:cNvSpPr>
            <a:spLocks/>
          </p:cNvSpPr>
          <p:nvPr/>
        </p:nvSpPr>
        <p:spPr>
          <a:xfrm>
            <a:off x="11677650" y="3295600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1" name="îşḻíďê">
            <a:extLst>
              <a:ext uri="{FF2B5EF4-FFF2-40B4-BE49-F238E27FC236}">
                <a16:creationId xmlns:a16="http://schemas.microsoft.com/office/drawing/2014/main" id="{92E85AAA-C1BE-EF5D-8938-28A9B311F64F}"/>
              </a:ext>
            </a:extLst>
          </p:cNvPr>
          <p:cNvSpPr>
            <a:spLocks/>
          </p:cNvSpPr>
          <p:nvPr/>
        </p:nvSpPr>
        <p:spPr>
          <a:xfrm>
            <a:off x="11677650" y="3328883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944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AB491-1366-6998-FCCC-4C0C3723A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7887A684-E2FF-8C2C-62E5-F17AF6C86C5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E8B31EC4-BEB4-006B-70F2-E01117FF0FA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646531" y="6015501"/>
            <a:ext cx="1294164" cy="358764"/>
            <a:chOff x="10560806" y="6053601"/>
            <a:chExt cx="1294164" cy="358764"/>
          </a:xfrm>
        </p:grpSpPr>
        <p:sp>
          <p:nvSpPr>
            <p:cNvPr id="16" name="íŝľïḋé">
              <a:extLst>
                <a:ext uri="{FF2B5EF4-FFF2-40B4-BE49-F238E27FC236}">
                  <a16:creationId xmlns:a16="http://schemas.microsoft.com/office/drawing/2014/main" id="{4EC1B3FF-6324-A1D4-94D8-3EE6604D781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60806" y="6132956"/>
              <a:ext cx="124690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00" dirty="0">
                  <a:solidFill>
                    <a:srgbClr val="FA45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阿里巴巴普惠体 Light" panose="00020600040101010101" pitchFamily="18" charset="-122"/>
                </a:rPr>
                <a:t>D&amp;M CRAFTS     01</a:t>
              </a:r>
            </a:p>
          </p:txBody>
        </p:sp>
        <p:sp>
          <p:nvSpPr>
            <p:cNvPr id="17" name="išḷíḋè">
              <a:extLst>
                <a:ext uri="{FF2B5EF4-FFF2-40B4-BE49-F238E27FC236}">
                  <a16:creationId xmlns:a16="http://schemas.microsoft.com/office/drawing/2014/main" id="{FD362E2D-ED0C-4B48-F500-07A96FCF8967}"/>
                </a:ext>
              </a:extLst>
            </p:cNvPr>
            <p:cNvSpPr>
              <a:spLocks/>
            </p:cNvSpPr>
            <p:nvPr/>
          </p:nvSpPr>
          <p:spPr>
            <a:xfrm rot="3600000">
              <a:off x="11498268" y="6055663"/>
              <a:ext cx="358764" cy="354640"/>
            </a:xfrm>
            <a:prstGeom prst="arc">
              <a:avLst>
                <a:gd name="adj1" fmla="val 9301497"/>
                <a:gd name="adj2" fmla="val 5421245"/>
              </a:avLst>
            </a:prstGeom>
            <a:ln w="12700">
              <a:gradFill flip="none" rotWithShape="1">
                <a:gsLst>
                  <a:gs pos="0">
                    <a:srgbClr val="FA4500">
                      <a:alpha val="0"/>
                    </a:srgbClr>
                  </a:gs>
                  <a:gs pos="52000">
                    <a:srgbClr val="FA4500"/>
                  </a:gs>
                </a:gsLst>
                <a:lin ang="1980000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</p:grpSp>
      <p:pic>
        <p:nvPicPr>
          <p:cNvPr id="18" name="图片占位符 10">
            <a:extLst>
              <a:ext uri="{FF2B5EF4-FFF2-40B4-BE49-F238E27FC236}">
                <a16:creationId xmlns:a16="http://schemas.microsoft.com/office/drawing/2014/main" id="{3AEADD3A-1E46-CA94-CB3C-6A78D4AB885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57" t="189" r="7941" b="189"/>
          <a:stretch>
            <a:fillRect/>
          </a:stretch>
        </p:blipFill>
        <p:spPr>
          <a:xfrm>
            <a:off x="1084668" y="1138821"/>
            <a:ext cx="8621609" cy="4968945"/>
          </a:xfrm>
          <a:prstGeom prst="rect">
            <a:avLst/>
          </a:prstGeom>
        </p:spPr>
      </p:pic>
      <p:pic>
        <p:nvPicPr>
          <p:cNvPr id="28" name="išḷîḍê">
            <a:extLst>
              <a:ext uri="{FF2B5EF4-FFF2-40B4-BE49-F238E27FC236}">
                <a16:creationId xmlns:a16="http://schemas.microsoft.com/office/drawing/2014/main" id="{49C3F3E8-7CFB-590F-8CA8-E6982923E2A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30" name="íṥḻiḍé">
            <a:extLst>
              <a:ext uri="{FF2B5EF4-FFF2-40B4-BE49-F238E27FC236}">
                <a16:creationId xmlns:a16="http://schemas.microsoft.com/office/drawing/2014/main" id="{5BCC550F-D956-875E-F5D6-D20F0823F925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31" name="íṥļïdè">
            <a:extLst>
              <a:ext uri="{FF2B5EF4-FFF2-40B4-BE49-F238E27FC236}">
                <a16:creationId xmlns:a16="http://schemas.microsoft.com/office/drawing/2014/main" id="{151DC1CD-354D-9735-B68D-0B83FC0BABF0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PRODUCED BY MK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417C901F-1200-B115-31CF-31A072122CDD}"/>
              </a:ext>
            </a:extLst>
          </p:cNvPr>
          <p:cNvSpPr txBox="1">
            <a:spLocks/>
          </p:cNvSpPr>
          <p:nvPr/>
        </p:nvSpPr>
        <p:spPr>
          <a:xfrm>
            <a:off x="1379454" y="220846"/>
            <a:ext cx="37032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Challenge Coin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9A45F1AA-13BE-54B8-1DC8-150C40117462}"/>
              </a:ext>
            </a:extLst>
          </p:cNvPr>
          <p:cNvSpPr txBox="1">
            <a:spLocks/>
          </p:cNvSpPr>
          <p:nvPr/>
        </p:nvSpPr>
        <p:spPr>
          <a:xfrm>
            <a:off x="1379454" y="788333"/>
            <a:ext cx="4331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Regarding customized products, we can provide: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BE0FF11-BC5B-2C98-9D2B-5468B334BFC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15" y="970554"/>
            <a:ext cx="2471614" cy="263090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D9768E1-8658-4DC4-A323-2BA36A15BAA9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766" y="3210747"/>
            <a:ext cx="2471614" cy="2645574"/>
          </a:xfrm>
          <a:prstGeom prst="rect">
            <a:avLst/>
          </a:prstGeom>
        </p:spPr>
      </p:pic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C8D8DDC-077F-78C2-63D4-3A122B291A32}"/>
              </a:ext>
            </a:extLst>
          </p:cNvPr>
          <p:cNvCxnSpPr>
            <a:cxnSpLocks/>
          </p:cNvCxnSpPr>
          <p:nvPr/>
        </p:nvCxnSpPr>
        <p:spPr>
          <a:xfrm flipH="1">
            <a:off x="2478263" y="1844967"/>
            <a:ext cx="10614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DDB606F-C3C0-4AA3-9A9D-0CC4DF8F11DE}"/>
              </a:ext>
            </a:extLst>
          </p:cNvPr>
          <p:cNvCxnSpPr>
            <a:cxnSpLocks/>
          </p:cNvCxnSpPr>
          <p:nvPr/>
        </p:nvCxnSpPr>
        <p:spPr>
          <a:xfrm>
            <a:off x="2736263" y="2452454"/>
            <a:ext cx="8034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7EB994E-B403-2490-0A0E-A4FBCE68AAD5}"/>
              </a:ext>
            </a:extLst>
          </p:cNvPr>
          <p:cNvCxnSpPr>
            <a:cxnSpLocks/>
          </p:cNvCxnSpPr>
          <p:nvPr/>
        </p:nvCxnSpPr>
        <p:spPr>
          <a:xfrm flipH="1">
            <a:off x="2322468" y="3293149"/>
            <a:ext cx="12299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774A52A-5501-96A0-4455-D982173FA31C}"/>
              </a:ext>
            </a:extLst>
          </p:cNvPr>
          <p:cNvCxnSpPr>
            <a:cxnSpLocks/>
          </p:cNvCxnSpPr>
          <p:nvPr/>
        </p:nvCxnSpPr>
        <p:spPr>
          <a:xfrm>
            <a:off x="2322468" y="5366130"/>
            <a:ext cx="12172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301E201D-E39B-D488-28A4-E568324D55EE}"/>
              </a:ext>
            </a:extLst>
          </p:cNvPr>
          <p:cNvSpPr txBox="1">
            <a:spLocks/>
          </p:cNvSpPr>
          <p:nvPr/>
        </p:nvSpPr>
        <p:spPr>
          <a:xfrm flipH="1">
            <a:off x="3543300" y="1625491"/>
            <a:ext cx="34417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Craft: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Soft enamel, UV printing, etc.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E7CFE05-8AD7-8E5F-496B-CE493516916F}"/>
              </a:ext>
            </a:extLst>
          </p:cNvPr>
          <p:cNvSpPr txBox="1">
            <a:spLocks/>
          </p:cNvSpPr>
          <p:nvPr/>
        </p:nvSpPr>
        <p:spPr>
          <a:xfrm flipH="1">
            <a:off x="3592004" y="2281057"/>
            <a:ext cx="3882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Plating: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Gold, Silver, Bronze, Antique finished, etc.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BD32F01-B839-FEE4-CE98-91C56A5390D5}"/>
              </a:ext>
            </a:extLst>
          </p:cNvPr>
          <p:cNvSpPr txBox="1">
            <a:spLocks/>
          </p:cNvSpPr>
          <p:nvPr/>
        </p:nvSpPr>
        <p:spPr>
          <a:xfrm flipH="1">
            <a:off x="3592004" y="3013414"/>
            <a:ext cx="4331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Edge: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</a:rPr>
              <a:t>flat, reeded, diamond cut, or wave cut</a:t>
            </a:r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, etc.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43B3572-1C47-6797-8A3F-7C4FECC3B4B7}"/>
              </a:ext>
            </a:extLst>
          </p:cNvPr>
          <p:cNvSpPr txBox="1">
            <a:spLocks/>
          </p:cNvSpPr>
          <p:nvPr/>
        </p:nvSpPr>
        <p:spPr>
          <a:xfrm flipH="1">
            <a:off x="3592004" y="5104520"/>
            <a:ext cx="44587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Numbering: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Laser engraved sequential numbers, Metal raised, etc.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83E62352-2BAC-A280-E722-F223B850A060}"/>
              </a:ext>
            </a:extLst>
          </p:cNvPr>
          <p:cNvCxnSpPr>
            <a:cxnSpLocks/>
          </p:cNvCxnSpPr>
          <p:nvPr/>
        </p:nvCxnSpPr>
        <p:spPr>
          <a:xfrm flipH="1">
            <a:off x="2628900" y="4533534"/>
            <a:ext cx="91079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90FE277B-EED7-80E7-4B6C-BCE8A13A7953}"/>
              </a:ext>
            </a:extLst>
          </p:cNvPr>
          <p:cNvSpPr txBox="1">
            <a:spLocks/>
          </p:cNvSpPr>
          <p:nvPr/>
        </p:nvSpPr>
        <p:spPr>
          <a:xfrm flipH="1">
            <a:off x="3592004" y="4298899"/>
            <a:ext cx="35419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Back: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Independent reverse design with precise 180° alignment.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55" name="Rectangle 27">
            <a:extLst>
              <a:ext uri="{FF2B5EF4-FFF2-40B4-BE49-F238E27FC236}">
                <a16:creationId xmlns:a16="http://schemas.microsoft.com/office/drawing/2014/main" id="{23F3D0C7-98D4-5739-134C-8A5900A082ED}"/>
              </a:ext>
            </a:extLst>
          </p:cNvPr>
          <p:cNvSpPr>
            <a:spLocks/>
          </p:cNvSpPr>
          <p:nvPr/>
        </p:nvSpPr>
        <p:spPr>
          <a:xfrm>
            <a:off x="8564026" y="3094923"/>
            <a:ext cx="1437819" cy="4001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Create as you </a:t>
            </a:r>
          </a:p>
          <a:p>
            <a:pPr algn="ctr"/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wish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EA947C48-8AD9-D339-8370-3C09ECAA0790}"/>
              </a:ext>
            </a:extLst>
          </p:cNvPr>
          <p:cNvSpPr>
            <a:spLocks/>
          </p:cNvSpPr>
          <p:nvPr/>
        </p:nvSpPr>
        <p:spPr>
          <a:xfrm>
            <a:off x="7236373" y="3493313"/>
            <a:ext cx="3870959" cy="148948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24">
            <a:extLst>
              <a:ext uri="{FF2B5EF4-FFF2-40B4-BE49-F238E27FC236}">
                <a16:creationId xmlns:a16="http://schemas.microsoft.com/office/drawing/2014/main" id="{F200B8C4-FF41-8C3F-35E3-69F693B42CDD}"/>
              </a:ext>
            </a:extLst>
          </p:cNvPr>
          <p:cNvSpPr txBox="1">
            <a:spLocks/>
          </p:cNvSpPr>
          <p:nvPr/>
        </p:nvSpPr>
        <p:spPr>
          <a:xfrm>
            <a:off x="7338813" y="3916815"/>
            <a:ext cx="3666077" cy="646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Montserrat" pitchFamily="2" charset="0"/>
              </a:rPr>
              <a:t>Ready to start? Contact us for a free virtual proof.</a:t>
            </a:r>
            <a:endParaRPr lang="en-US" dirty="0">
              <a:solidFill>
                <a:schemeClr val="bg1"/>
              </a:solidFill>
              <a:latin typeface="Montserra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îṩlíḑè">
            <a:extLst>
              <a:ext uri="{FF2B5EF4-FFF2-40B4-BE49-F238E27FC236}">
                <a16:creationId xmlns:a16="http://schemas.microsoft.com/office/drawing/2014/main" id="{4C0CD404-AFBD-FE3C-DF60-2B6796FB209D}"/>
              </a:ext>
            </a:extLst>
          </p:cNvPr>
          <p:cNvSpPr>
            <a:spLocks/>
          </p:cNvSpPr>
          <p:nvPr/>
        </p:nvSpPr>
        <p:spPr>
          <a:xfrm>
            <a:off x="11677650" y="369917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2" name="iṥḷídè">
            <a:extLst>
              <a:ext uri="{FF2B5EF4-FFF2-40B4-BE49-F238E27FC236}">
                <a16:creationId xmlns:a16="http://schemas.microsoft.com/office/drawing/2014/main" id="{8CAC1364-9214-1BC6-8F99-371BB7516DEC}"/>
              </a:ext>
            </a:extLst>
          </p:cNvPr>
          <p:cNvSpPr>
            <a:spLocks/>
          </p:cNvSpPr>
          <p:nvPr/>
        </p:nvSpPr>
        <p:spPr>
          <a:xfrm>
            <a:off x="11677650" y="3099536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2" name="í$ḻïḋê">
            <a:extLst>
              <a:ext uri="{FF2B5EF4-FFF2-40B4-BE49-F238E27FC236}">
                <a16:creationId xmlns:a16="http://schemas.microsoft.com/office/drawing/2014/main" id="{435585E2-B0EE-FE0E-5DF6-98C7929E4249}"/>
              </a:ext>
            </a:extLst>
          </p:cNvPr>
          <p:cNvSpPr>
            <a:spLocks/>
          </p:cNvSpPr>
          <p:nvPr/>
        </p:nvSpPr>
        <p:spPr>
          <a:xfrm>
            <a:off x="11677650" y="3517315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3" name="îŝḷíḍê">
            <a:extLst>
              <a:ext uri="{FF2B5EF4-FFF2-40B4-BE49-F238E27FC236}">
                <a16:creationId xmlns:a16="http://schemas.microsoft.com/office/drawing/2014/main" id="{D6D3C10F-6B4F-5DB1-B31D-7066990108D3}"/>
              </a:ext>
            </a:extLst>
          </p:cNvPr>
          <p:cNvSpPr>
            <a:spLocks/>
          </p:cNvSpPr>
          <p:nvPr/>
        </p:nvSpPr>
        <p:spPr>
          <a:xfrm>
            <a:off x="11677650" y="3295600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8" name="îşḻíďê">
            <a:extLst>
              <a:ext uri="{FF2B5EF4-FFF2-40B4-BE49-F238E27FC236}">
                <a16:creationId xmlns:a16="http://schemas.microsoft.com/office/drawing/2014/main" id="{93D6355B-66CC-E0E1-F26B-0D6DD3EA5F37}"/>
              </a:ext>
            </a:extLst>
          </p:cNvPr>
          <p:cNvSpPr>
            <a:spLocks/>
          </p:cNvSpPr>
          <p:nvPr/>
        </p:nvSpPr>
        <p:spPr>
          <a:xfrm>
            <a:off x="11677650" y="3328883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42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51D87-4CC6-630D-B6DE-BFA34B9D5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618C6519-2740-CFCA-FCAF-CF582DD5649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97EC68E7-C453-4BC1-EE3E-FA9C5884E73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646531" y="6015501"/>
            <a:ext cx="1294164" cy="358764"/>
            <a:chOff x="10560806" y="6053601"/>
            <a:chExt cx="1294164" cy="358764"/>
          </a:xfrm>
        </p:grpSpPr>
        <p:sp>
          <p:nvSpPr>
            <p:cNvPr id="16" name="íŝľïḋé">
              <a:extLst>
                <a:ext uri="{FF2B5EF4-FFF2-40B4-BE49-F238E27FC236}">
                  <a16:creationId xmlns:a16="http://schemas.microsoft.com/office/drawing/2014/main" id="{6E7C1C19-837A-4DC5-00E4-84F0B018458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60806" y="6132956"/>
              <a:ext cx="124690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00" dirty="0">
                  <a:solidFill>
                    <a:srgbClr val="FA45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阿里巴巴普惠体 Light" panose="00020600040101010101" pitchFamily="18" charset="-122"/>
                </a:rPr>
                <a:t>D&amp;M CRAFTS     01</a:t>
              </a:r>
            </a:p>
          </p:txBody>
        </p:sp>
        <p:sp>
          <p:nvSpPr>
            <p:cNvPr id="17" name="išḷíḋè">
              <a:extLst>
                <a:ext uri="{FF2B5EF4-FFF2-40B4-BE49-F238E27FC236}">
                  <a16:creationId xmlns:a16="http://schemas.microsoft.com/office/drawing/2014/main" id="{2AB078C8-70DE-70F6-2682-DA1F49C6F98B}"/>
                </a:ext>
              </a:extLst>
            </p:cNvPr>
            <p:cNvSpPr>
              <a:spLocks/>
            </p:cNvSpPr>
            <p:nvPr/>
          </p:nvSpPr>
          <p:spPr>
            <a:xfrm rot="3600000">
              <a:off x="11498268" y="6055663"/>
              <a:ext cx="358764" cy="354640"/>
            </a:xfrm>
            <a:prstGeom prst="arc">
              <a:avLst>
                <a:gd name="adj1" fmla="val 9301497"/>
                <a:gd name="adj2" fmla="val 5421245"/>
              </a:avLst>
            </a:prstGeom>
            <a:ln w="12700">
              <a:gradFill flip="none" rotWithShape="1">
                <a:gsLst>
                  <a:gs pos="0">
                    <a:srgbClr val="FA4500">
                      <a:alpha val="0"/>
                    </a:srgbClr>
                  </a:gs>
                  <a:gs pos="52000">
                    <a:srgbClr val="FA4500"/>
                  </a:gs>
                </a:gsLst>
                <a:lin ang="1980000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</p:grpSp>
      <p:pic>
        <p:nvPicPr>
          <p:cNvPr id="18" name="图片占位符 10">
            <a:extLst>
              <a:ext uri="{FF2B5EF4-FFF2-40B4-BE49-F238E27FC236}">
                <a16:creationId xmlns:a16="http://schemas.microsoft.com/office/drawing/2014/main" id="{61148DF2-8FD7-CA1E-1CA0-978615B39E3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9" t="189" r="1" b="189"/>
          <a:stretch/>
        </p:blipFill>
        <p:spPr>
          <a:xfrm rot="16200000">
            <a:off x="3531407" y="-1403687"/>
            <a:ext cx="5129185" cy="9867900"/>
          </a:xfrm>
          <a:prstGeom prst="rect">
            <a:avLst/>
          </a:prstGeom>
        </p:spPr>
      </p:pic>
      <p:sp>
        <p:nvSpPr>
          <p:cNvPr id="20" name="TextBox 8">
            <a:extLst>
              <a:ext uri="{FF2B5EF4-FFF2-40B4-BE49-F238E27FC236}">
                <a16:creationId xmlns:a16="http://schemas.microsoft.com/office/drawing/2014/main" id="{1D68C172-DD50-2E54-F949-42DEC6C127CA}"/>
              </a:ext>
            </a:extLst>
          </p:cNvPr>
          <p:cNvSpPr txBox="1">
            <a:spLocks/>
          </p:cNvSpPr>
          <p:nvPr/>
        </p:nvSpPr>
        <p:spPr>
          <a:xfrm>
            <a:off x="293421" y="337087"/>
            <a:ext cx="37032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Tinplate Badge</a:t>
            </a:r>
          </a:p>
        </p:txBody>
      </p:sp>
      <p:pic>
        <p:nvPicPr>
          <p:cNvPr id="28" name="išḷîḍê">
            <a:extLst>
              <a:ext uri="{FF2B5EF4-FFF2-40B4-BE49-F238E27FC236}">
                <a16:creationId xmlns:a16="http://schemas.microsoft.com/office/drawing/2014/main" id="{228BA16E-749F-EEA4-C81D-4C49CD5287F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30" name="íṥḻiḍé">
            <a:extLst>
              <a:ext uri="{FF2B5EF4-FFF2-40B4-BE49-F238E27FC236}">
                <a16:creationId xmlns:a16="http://schemas.microsoft.com/office/drawing/2014/main" id="{8356BA31-4753-E74F-09C7-DBF3B8B4FB69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31" name="íṥļïdè">
            <a:extLst>
              <a:ext uri="{FF2B5EF4-FFF2-40B4-BE49-F238E27FC236}">
                <a16:creationId xmlns:a16="http://schemas.microsoft.com/office/drawing/2014/main" id="{B9868306-7D57-57FB-0D1F-1B0CF1CFE118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PRODUCED BY MK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778F7949-E6DE-B58E-BB4E-EA0C304564E4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3" t="4823" r="15921" b="11166"/>
          <a:stretch>
            <a:fillRect/>
          </a:stretch>
        </p:blipFill>
        <p:spPr>
          <a:xfrm>
            <a:off x="7978088" y="1741453"/>
            <a:ext cx="2116789" cy="26304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14D95E49-78C9-DA9C-9F62-44D1A3C83724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7" t="4340" r="13430" b="5856"/>
          <a:stretch>
            <a:fillRect/>
          </a:stretch>
        </p:blipFill>
        <p:spPr>
          <a:xfrm>
            <a:off x="1720958" y="1740021"/>
            <a:ext cx="2191851" cy="26304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A09C2CB0-BA02-7C3C-49F5-D32DBE55E448}"/>
              </a:ext>
            </a:extLst>
          </p:cNvPr>
          <p:cNvSpPr txBox="1">
            <a:spLocks/>
          </p:cNvSpPr>
          <p:nvPr/>
        </p:nvSpPr>
        <p:spPr>
          <a:xfrm>
            <a:off x="1709448" y="4597457"/>
            <a:ext cx="2214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Inter" panose="02000503000000020004" pitchFamily="2" charset="0"/>
                <a:ea typeface="Inter" panose="02000503000000020004" pitchFamily="2" charset="0"/>
              </a:rPr>
              <a:t>Soft Enamel Antique Medal</a:t>
            </a:r>
            <a:endParaRPr lang="zh-CN" altLang="en-US" dirty="0">
              <a:latin typeface="Inter" panose="02000503000000020004" pitchFamily="2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F4B2496-C13C-5BC1-E8E4-242CE42F948A}"/>
              </a:ext>
            </a:extLst>
          </p:cNvPr>
          <p:cNvSpPr txBox="1">
            <a:spLocks/>
          </p:cNvSpPr>
          <p:nvPr/>
        </p:nvSpPr>
        <p:spPr>
          <a:xfrm>
            <a:off x="7978088" y="4660752"/>
            <a:ext cx="219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Inter" panose="02000503000000020004" pitchFamily="2" charset="0"/>
                <a:ea typeface="Inter" panose="02000503000000020004" pitchFamily="2" charset="0"/>
              </a:rPr>
              <a:t>Printing Pin Badge</a:t>
            </a:r>
            <a:endParaRPr lang="zh-CN" altLang="en-US" dirty="0">
              <a:latin typeface="Inter" panose="02000503000000020004" pitchFamily="2" charset="0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F96C93A1-0426-9BFA-DBE1-536D4A204288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8" r="7297" b="8270"/>
          <a:stretch>
            <a:fillRect/>
          </a:stretch>
        </p:blipFill>
        <p:spPr>
          <a:xfrm>
            <a:off x="4895371" y="1752722"/>
            <a:ext cx="2307623" cy="26304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7E3C6752-635F-AB2F-3DB1-1C7BE4184C1C}"/>
              </a:ext>
            </a:extLst>
          </p:cNvPr>
          <p:cNvSpPr txBox="1">
            <a:spLocks/>
          </p:cNvSpPr>
          <p:nvPr/>
        </p:nvSpPr>
        <p:spPr>
          <a:xfrm>
            <a:off x="4809099" y="4698849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Inter" panose="02000503000000020004" pitchFamily="2" charset="0"/>
                <a:ea typeface="Inter" panose="02000503000000020004" pitchFamily="2" charset="0"/>
              </a:rPr>
              <a:t>Movable Part Medal </a:t>
            </a:r>
            <a:endParaRPr lang="zh-CN" altLang="en-US" dirty="0">
              <a:latin typeface="Inter" panose="02000503000000020004" pitchFamily="2" charset="0"/>
            </a:endParaRPr>
          </a:p>
        </p:txBody>
      </p:sp>
      <p:sp>
        <p:nvSpPr>
          <p:cNvPr id="11" name="îṩlíḑè">
            <a:extLst>
              <a:ext uri="{FF2B5EF4-FFF2-40B4-BE49-F238E27FC236}">
                <a16:creationId xmlns:a16="http://schemas.microsoft.com/office/drawing/2014/main" id="{9FDF1F27-76BE-9A07-8DA2-376E3C28ACC5}"/>
              </a:ext>
            </a:extLst>
          </p:cNvPr>
          <p:cNvSpPr>
            <a:spLocks/>
          </p:cNvSpPr>
          <p:nvPr/>
        </p:nvSpPr>
        <p:spPr>
          <a:xfrm>
            <a:off x="11677650" y="369917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2" name="iṥḷídè">
            <a:extLst>
              <a:ext uri="{FF2B5EF4-FFF2-40B4-BE49-F238E27FC236}">
                <a16:creationId xmlns:a16="http://schemas.microsoft.com/office/drawing/2014/main" id="{800FF678-DA13-EB2A-9B07-EB6AC5CAB5E9}"/>
              </a:ext>
            </a:extLst>
          </p:cNvPr>
          <p:cNvSpPr>
            <a:spLocks/>
          </p:cNvSpPr>
          <p:nvPr/>
        </p:nvSpPr>
        <p:spPr>
          <a:xfrm>
            <a:off x="11677650" y="3099536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4" name="í$ḻïḋê">
            <a:extLst>
              <a:ext uri="{FF2B5EF4-FFF2-40B4-BE49-F238E27FC236}">
                <a16:creationId xmlns:a16="http://schemas.microsoft.com/office/drawing/2014/main" id="{7882FFC5-09FF-4AD8-8072-309EAF809DD5}"/>
              </a:ext>
            </a:extLst>
          </p:cNvPr>
          <p:cNvSpPr>
            <a:spLocks/>
          </p:cNvSpPr>
          <p:nvPr/>
        </p:nvSpPr>
        <p:spPr>
          <a:xfrm>
            <a:off x="11677650" y="3517315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9" name="îŝḷíḍê">
            <a:extLst>
              <a:ext uri="{FF2B5EF4-FFF2-40B4-BE49-F238E27FC236}">
                <a16:creationId xmlns:a16="http://schemas.microsoft.com/office/drawing/2014/main" id="{D3F4BADE-E033-F0DA-806B-BBF3E8F9311B}"/>
              </a:ext>
            </a:extLst>
          </p:cNvPr>
          <p:cNvSpPr>
            <a:spLocks/>
          </p:cNvSpPr>
          <p:nvPr/>
        </p:nvSpPr>
        <p:spPr>
          <a:xfrm>
            <a:off x="11677650" y="3295600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1" name="îşḻíďê">
            <a:extLst>
              <a:ext uri="{FF2B5EF4-FFF2-40B4-BE49-F238E27FC236}">
                <a16:creationId xmlns:a16="http://schemas.microsoft.com/office/drawing/2014/main" id="{9F53FF21-B2E3-1CF7-5FC0-25DCD03F0B5F}"/>
              </a:ext>
            </a:extLst>
          </p:cNvPr>
          <p:cNvSpPr>
            <a:spLocks/>
          </p:cNvSpPr>
          <p:nvPr/>
        </p:nvSpPr>
        <p:spPr>
          <a:xfrm>
            <a:off x="11677650" y="3328883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61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D6044-A461-2B2A-3EC8-4C845567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5CD5E752-F273-5BA9-05F4-62F097C9084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pic>
        <p:nvPicPr>
          <p:cNvPr id="33" name="图片占位符 10">
            <a:extLst>
              <a:ext uri="{FF2B5EF4-FFF2-40B4-BE49-F238E27FC236}">
                <a16:creationId xmlns:a16="http://schemas.microsoft.com/office/drawing/2014/main" id="{035CD797-9CCF-9BF5-9F65-090C6B57997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58" t="189" r="13395" b="189"/>
          <a:stretch>
            <a:fillRect/>
          </a:stretch>
        </p:blipFill>
        <p:spPr>
          <a:xfrm rot="10800000">
            <a:off x="866120" y="1063852"/>
            <a:ext cx="6589610" cy="5031004"/>
          </a:xfrm>
          <a:prstGeom prst="rect">
            <a:avLst/>
          </a:prstGeom>
        </p:spPr>
      </p:pic>
      <p:pic>
        <p:nvPicPr>
          <p:cNvPr id="10" name="图片占位符 10">
            <a:extLst>
              <a:ext uri="{FF2B5EF4-FFF2-40B4-BE49-F238E27FC236}">
                <a16:creationId xmlns:a16="http://schemas.microsoft.com/office/drawing/2014/main" id="{27347A8E-5D89-CB7A-AAE0-2CF81627881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66" t="189" r="1" b="189"/>
          <a:stretch>
            <a:fillRect/>
          </a:stretch>
        </p:blipFill>
        <p:spPr>
          <a:xfrm>
            <a:off x="7455730" y="1055677"/>
            <a:ext cx="3581912" cy="503100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F6A3639-DAC5-33CB-2064-177C2C6BCAF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289" y="1710094"/>
            <a:ext cx="3979200" cy="2984400"/>
          </a:xfrm>
          <a:prstGeom prst="rect">
            <a:avLst/>
          </a:prstGeom>
        </p:spPr>
      </p:pic>
      <p:sp>
        <p:nvSpPr>
          <p:cNvPr id="27" name="Rectangle 27">
            <a:extLst>
              <a:ext uri="{FF2B5EF4-FFF2-40B4-BE49-F238E27FC236}">
                <a16:creationId xmlns:a16="http://schemas.microsoft.com/office/drawing/2014/main" id="{B4110715-0336-F9FE-DBAD-71C9C46A0A7C}"/>
              </a:ext>
            </a:extLst>
          </p:cNvPr>
          <p:cNvSpPr>
            <a:spLocks/>
          </p:cNvSpPr>
          <p:nvPr/>
        </p:nvSpPr>
        <p:spPr>
          <a:xfrm>
            <a:off x="961502" y="4336474"/>
            <a:ext cx="1437819" cy="4001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Create as you </a:t>
            </a:r>
          </a:p>
          <a:p>
            <a:pPr algn="ctr"/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wish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2886DF90-A65E-AB9E-015D-736F1722E09C}"/>
              </a:ext>
            </a:extLst>
          </p:cNvPr>
          <p:cNvSpPr>
            <a:spLocks/>
          </p:cNvSpPr>
          <p:nvPr/>
        </p:nvSpPr>
        <p:spPr>
          <a:xfrm>
            <a:off x="754014" y="4748280"/>
            <a:ext cx="3870959" cy="148948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610AE8-DFBE-94EE-73DF-A9FA78F0768C}"/>
              </a:ext>
            </a:extLst>
          </p:cNvPr>
          <p:cNvSpPr txBox="1">
            <a:spLocks/>
          </p:cNvSpPr>
          <p:nvPr/>
        </p:nvSpPr>
        <p:spPr>
          <a:xfrm>
            <a:off x="856454" y="5171782"/>
            <a:ext cx="3666077" cy="646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Montserrat" pitchFamily="2" charset="0"/>
              </a:rPr>
              <a:t>Ready to start? Contact us for a free virtual proof.</a:t>
            </a:r>
            <a:endParaRPr lang="en-US" dirty="0">
              <a:solidFill>
                <a:schemeClr val="bg1"/>
              </a:solidFill>
              <a:latin typeface="Montserra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D1D5DE76-E12A-0BF0-35C8-4F7668791267}"/>
              </a:ext>
            </a:extLst>
          </p:cNvPr>
          <p:cNvSpPr txBox="1">
            <a:spLocks/>
          </p:cNvSpPr>
          <p:nvPr/>
        </p:nvSpPr>
        <p:spPr>
          <a:xfrm>
            <a:off x="1379454" y="220846"/>
            <a:ext cx="36199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Fridge Magnet</a:t>
            </a: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95841197-38A8-15A7-7BFF-FE53C54E77DB}"/>
              </a:ext>
            </a:extLst>
          </p:cNvPr>
          <p:cNvSpPr txBox="1">
            <a:spLocks/>
          </p:cNvSpPr>
          <p:nvPr/>
        </p:nvSpPr>
        <p:spPr>
          <a:xfrm>
            <a:off x="1379454" y="788333"/>
            <a:ext cx="4331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Regarding customized products, we can provide: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64C5919-6DE1-21FA-6C87-EF6100E2E772}"/>
              </a:ext>
            </a:extLst>
          </p:cNvPr>
          <p:cNvCxnSpPr>
            <a:cxnSpLocks/>
          </p:cNvCxnSpPr>
          <p:nvPr/>
        </p:nvCxnSpPr>
        <p:spPr>
          <a:xfrm flipH="1">
            <a:off x="4064000" y="2285251"/>
            <a:ext cx="86794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8BD16A7B-D3C6-0FBE-95DF-81ADE943939F}"/>
              </a:ext>
            </a:extLst>
          </p:cNvPr>
          <p:cNvSpPr txBox="1">
            <a:spLocks/>
          </p:cNvSpPr>
          <p:nvPr/>
        </p:nvSpPr>
        <p:spPr>
          <a:xfrm flipH="1">
            <a:off x="7455729" y="2116866"/>
            <a:ext cx="37496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Attachment</a:t>
            </a:r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: </a:t>
            </a: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Strong magnets, rubber magnets, or ferrite magnets, etc.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DFB970C-C468-02B5-25A3-009EE72DC632}"/>
              </a:ext>
            </a:extLst>
          </p:cNvPr>
          <p:cNvCxnSpPr>
            <a:cxnSpLocks/>
          </p:cNvCxnSpPr>
          <p:nvPr/>
        </p:nvCxnSpPr>
        <p:spPr>
          <a:xfrm flipH="1">
            <a:off x="6786253" y="3262795"/>
            <a:ext cx="63848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7DA305F2-DB24-EB2D-BB0C-ECAF503F2C18}"/>
              </a:ext>
            </a:extLst>
          </p:cNvPr>
          <p:cNvSpPr txBox="1">
            <a:spLocks/>
          </p:cNvSpPr>
          <p:nvPr/>
        </p:nvSpPr>
        <p:spPr>
          <a:xfrm flipH="1">
            <a:off x="1332157" y="2054886"/>
            <a:ext cx="27064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Craft</a:t>
            </a:r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: </a:t>
            </a:r>
          </a:p>
          <a:p>
            <a:pPr algn="r"/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Soft enamel, Hard enamel, 3D effect, etc. 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EF4AB676-470D-2A6D-79ED-B3E8BC9A0822}"/>
              </a:ext>
            </a:extLst>
          </p:cNvPr>
          <p:cNvCxnSpPr>
            <a:cxnSpLocks/>
          </p:cNvCxnSpPr>
          <p:nvPr/>
        </p:nvCxnSpPr>
        <p:spPr>
          <a:xfrm flipH="1">
            <a:off x="6695158" y="2491893"/>
            <a:ext cx="7605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F1948B00-E0CD-762D-09A5-7376BFE7E050}"/>
              </a:ext>
            </a:extLst>
          </p:cNvPr>
          <p:cNvSpPr txBox="1">
            <a:spLocks/>
          </p:cNvSpPr>
          <p:nvPr/>
        </p:nvSpPr>
        <p:spPr>
          <a:xfrm flipH="1">
            <a:off x="7455729" y="3017362"/>
            <a:ext cx="3780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Marking</a:t>
            </a:r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: </a:t>
            </a: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Laser engraving or printing, etc.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4ACCCEA-5160-84EE-22A7-13B5FF5DB1BC}"/>
              </a:ext>
            </a:extLst>
          </p:cNvPr>
          <p:cNvSpPr txBox="1">
            <a:spLocks/>
          </p:cNvSpPr>
          <p:nvPr/>
        </p:nvSpPr>
        <p:spPr>
          <a:xfrm flipH="1">
            <a:off x="7450091" y="3752814"/>
            <a:ext cx="31186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Function: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Integrated bottle opener or other functional designs.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C993515A-2D4E-BADD-1A86-67197A5D1FD7}"/>
              </a:ext>
            </a:extLst>
          </p:cNvPr>
          <p:cNvCxnSpPr>
            <a:cxnSpLocks/>
          </p:cNvCxnSpPr>
          <p:nvPr/>
        </p:nvCxnSpPr>
        <p:spPr>
          <a:xfrm flipH="1">
            <a:off x="4038600" y="3585062"/>
            <a:ext cx="18431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D3B437FB-4864-C538-844B-BC08206DFC87}"/>
              </a:ext>
            </a:extLst>
          </p:cNvPr>
          <p:cNvSpPr txBox="1">
            <a:spLocks/>
          </p:cNvSpPr>
          <p:nvPr/>
        </p:nvSpPr>
        <p:spPr>
          <a:xfrm flipH="1">
            <a:off x="1438150" y="3201888"/>
            <a:ext cx="26004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Plating: </a:t>
            </a:r>
          </a:p>
          <a:p>
            <a:pPr algn="r"/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gold, silver, copper, matt or antique, etc.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pic>
        <p:nvPicPr>
          <p:cNvPr id="26" name="išḷîḍê">
            <a:extLst>
              <a:ext uri="{FF2B5EF4-FFF2-40B4-BE49-F238E27FC236}">
                <a16:creationId xmlns:a16="http://schemas.microsoft.com/office/drawing/2014/main" id="{529CF291-562C-5778-8FA0-67777CB65797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29" name="íṥḻiḍé">
            <a:extLst>
              <a:ext uri="{FF2B5EF4-FFF2-40B4-BE49-F238E27FC236}">
                <a16:creationId xmlns:a16="http://schemas.microsoft.com/office/drawing/2014/main" id="{E407408C-19B9-CB31-0888-89F51B5F89F2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30" name="íṥļïdè">
            <a:extLst>
              <a:ext uri="{FF2B5EF4-FFF2-40B4-BE49-F238E27FC236}">
                <a16:creationId xmlns:a16="http://schemas.microsoft.com/office/drawing/2014/main" id="{1994C672-77C5-5413-D659-5CEFC1749FED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PRODUCED BY MK</a:t>
            </a:r>
          </a:p>
        </p:txBody>
      </p:sp>
      <p:sp>
        <p:nvSpPr>
          <p:cNvPr id="36" name="íŝľïḋé">
            <a:extLst>
              <a:ext uri="{FF2B5EF4-FFF2-40B4-BE49-F238E27FC236}">
                <a16:creationId xmlns:a16="http://schemas.microsoft.com/office/drawing/2014/main" id="{28D2731C-BB9C-DB59-F528-AE4E1A1CA01A}"/>
              </a:ext>
            </a:extLst>
          </p:cNvPr>
          <p:cNvSpPr txBox="1">
            <a:spLocks/>
          </p:cNvSpPr>
          <p:nvPr/>
        </p:nvSpPr>
        <p:spPr>
          <a:xfrm>
            <a:off x="10646531" y="6094856"/>
            <a:ext cx="12469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00" dirty="0">
                <a:solidFill>
                  <a:srgbClr val="FA4500"/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D&amp;M CRAFTS     01</a:t>
            </a:r>
          </a:p>
        </p:txBody>
      </p:sp>
      <p:sp>
        <p:nvSpPr>
          <p:cNvPr id="38" name="išḷíḋè">
            <a:extLst>
              <a:ext uri="{FF2B5EF4-FFF2-40B4-BE49-F238E27FC236}">
                <a16:creationId xmlns:a16="http://schemas.microsoft.com/office/drawing/2014/main" id="{B3BB68E7-A5D6-5A21-7C0E-507F29B307E2}"/>
              </a:ext>
            </a:extLst>
          </p:cNvPr>
          <p:cNvSpPr>
            <a:spLocks/>
          </p:cNvSpPr>
          <p:nvPr/>
        </p:nvSpPr>
        <p:spPr>
          <a:xfrm rot="3600000">
            <a:off x="11583993" y="6017563"/>
            <a:ext cx="358764" cy="354640"/>
          </a:xfrm>
          <a:prstGeom prst="arc">
            <a:avLst>
              <a:gd name="adj1" fmla="val 9301497"/>
              <a:gd name="adj2" fmla="val 5421245"/>
            </a:avLst>
          </a:prstGeom>
          <a:ln w="12700">
            <a:gradFill flip="none" rotWithShape="1">
              <a:gsLst>
                <a:gs pos="0">
                  <a:srgbClr val="FA4500">
                    <a:alpha val="0"/>
                  </a:srgbClr>
                </a:gs>
                <a:gs pos="52000">
                  <a:srgbClr val="FA4500"/>
                </a:gs>
              </a:gsLst>
              <a:lin ang="19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8299714-1291-8015-8A31-7C9F527D522E}"/>
              </a:ext>
            </a:extLst>
          </p:cNvPr>
          <p:cNvCxnSpPr>
            <a:cxnSpLocks/>
          </p:cNvCxnSpPr>
          <p:nvPr/>
        </p:nvCxnSpPr>
        <p:spPr>
          <a:xfrm flipH="1">
            <a:off x="6786253" y="4123409"/>
            <a:ext cx="669476" cy="320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îṩlíḑè">
            <a:extLst>
              <a:ext uri="{FF2B5EF4-FFF2-40B4-BE49-F238E27FC236}">
                <a16:creationId xmlns:a16="http://schemas.microsoft.com/office/drawing/2014/main" id="{668FB19D-FD59-40DF-6D39-B6121D3C84AB}"/>
              </a:ext>
            </a:extLst>
          </p:cNvPr>
          <p:cNvSpPr>
            <a:spLocks/>
          </p:cNvSpPr>
          <p:nvPr/>
        </p:nvSpPr>
        <p:spPr>
          <a:xfrm>
            <a:off x="11677650" y="369917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4" name="iṥḷídè">
            <a:extLst>
              <a:ext uri="{FF2B5EF4-FFF2-40B4-BE49-F238E27FC236}">
                <a16:creationId xmlns:a16="http://schemas.microsoft.com/office/drawing/2014/main" id="{7E25723F-A505-C19D-4490-C8C1D0CEE6F5}"/>
              </a:ext>
            </a:extLst>
          </p:cNvPr>
          <p:cNvSpPr>
            <a:spLocks/>
          </p:cNvSpPr>
          <p:nvPr/>
        </p:nvSpPr>
        <p:spPr>
          <a:xfrm>
            <a:off x="11677650" y="3099536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7" name="í$ḻïḋê">
            <a:extLst>
              <a:ext uri="{FF2B5EF4-FFF2-40B4-BE49-F238E27FC236}">
                <a16:creationId xmlns:a16="http://schemas.microsoft.com/office/drawing/2014/main" id="{13744104-516A-BE18-FA1E-DC1288948949}"/>
              </a:ext>
            </a:extLst>
          </p:cNvPr>
          <p:cNvSpPr>
            <a:spLocks/>
          </p:cNvSpPr>
          <p:nvPr/>
        </p:nvSpPr>
        <p:spPr>
          <a:xfrm>
            <a:off x="11677650" y="3517315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3" name="îŝḷíḍê">
            <a:extLst>
              <a:ext uri="{FF2B5EF4-FFF2-40B4-BE49-F238E27FC236}">
                <a16:creationId xmlns:a16="http://schemas.microsoft.com/office/drawing/2014/main" id="{F92B53BF-1893-E6F4-6BF1-65016F0619E8}"/>
              </a:ext>
            </a:extLst>
          </p:cNvPr>
          <p:cNvSpPr>
            <a:spLocks/>
          </p:cNvSpPr>
          <p:nvPr/>
        </p:nvSpPr>
        <p:spPr>
          <a:xfrm>
            <a:off x="11677650" y="3295600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4" name="îşḻíďê">
            <a:extLst>
              <a:ext uri="{FF2B5EF4-FFF2-40B4-BE49-F238E27FC236}">
                <a16:creationId xmlns:a16="http://schemas.microsoft.com/office/drawing/2014/main" id="{D70893D4-A4CD-09F4-7E9B-CDE89E96A441}"/>
              </a:ext>
            </a:extLst>
          </p:cNvPr>
          <p:cNvSpPr>
            <a:spLocks/>
          </p:cNvSpPr>
          <p:nvPr/>
        </p:nvSpPr>
        <p:spPr>
          <a:xfrm>
            <a:off x="11677650" y="3328883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4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EFA6C-AC9E-31F9-261E-2F09B3D6F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8A620B2A-EF71-FAE2-9717-EC0C7DFA13A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74BB8D8A-E452-9BF0-A2E7-26DBB96657F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646531" y="6015501"/>
            <a:ext cx="1294164" cy="358764"/>
            <a:chOff x="10560806" y="6053601"/>
            <a:chExt cx="1294164" cy="358764"/>
          </a:xfrm>
        </p:grpSpPr>
        <p:sp>
          <p:nvSpPr>
            <p:cNvPr id="16" name="íŝľïḋé">
              <a:extLst>
                <a:ext uri="{FF2B5EF4-FFF2-40B4-BE49-F238E27FC236}">
                  <a16:creationId xmlns:a16="http://schemas.microsoft.com/office/drawing/2014/main" id="{CE660B31-3FBE-2DDB-921D-22EF78C5802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60806" y="6132956"/>
              <a:ext cx="124690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00" dirty="0">
                  <a:solidFill>
                    <a:srgbClr val="FA45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阿里巴巴普惠体 Light" panose="00020600040101010101" pitchFamily="18" charset="-122"/>
                </a:rPr>
                <a:t>D&amp;M CRAFTS     01</a:t>
              </a:r>
            </a:p>
          </p:txBody>
        </p:sp>
        <p:sp>
          <p:nvSpPr>
            <p:cNvPr id="17" name="išḷíḋè">
              <a:extLst>
                <a:ext uri="{FF2B5EF4-FFF2-40B4-BE49-F238E27FC236}">
                  <a16:creationId xmlns:a16="http://schemas.microsoft.com/office/drawing/2014/main" id="{7DCF79A9-5D96-A9E5-AF79-B4A8CB68B649}"/>
                </a:ext>
              </a:extLst>
            </p:cNvPr>
            <p:cNvSpPr>
              <a:spLocks/>
            </p:cNvSpPr>
            <p:nvPr/>
          </p:nvSpPr>
          <p:spPr>
            <a:xfrm rot="3600000">
              <a:off x="11498268" y="6055663"/>
              <a:ext cx="358764" cy="354640"/>
            </a:xfrm>
            <a:prstGeom prst="arc">
              <a:avLst>
                <a:gd name="adj1" fmla="val 9301497"/>
                <a:gd name="adj2" fmla="val 5421245"/>
              </a:avLst>
            </a:prstGeom>
            <a:ln w="12700">
              <a:gradFill flip="none" rotWithShape="1">
                <a:gsLst>
                  <a:gs pos="0">
                    <a:srgbClr val="FA4500">
                      <a:alpha val="0"/>
                    </a:srgbClr>
                  </a:gs>
                  <a:gs pos="52000">
                    <a:srgbClr val="FA4500"/>
                  </a:gs>
                </a:gsLst>
                <a:lin ang="1980000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</p:grpSp>
      <p:pic>
        <p:nvPicPr>
          <p:cNvPr id="18" name="图片占位符 10">
            <a:extLst>
              <a:ext uri="{FF2B5EF4-FFF2-40B4-BE49-F238E27FC236}">
                <a16:creationId xmlns:a16="http://schemas.microsoft.com/office/drawing/2014/main" id="{C55E2068-693A-CEE8-9236-FA2AB00F18E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9" t="189" r="1" b="189"/>
          <a:stretch/>
        </p:blipFill>
        <p:spPr>
          <a:xfrm rot="16200000">
            <a:off x="3531407" y="-1403687"/>
            <a:ext cx="5129185" cy="9867900"/>
          </a:xfrm>
          <a:prstGeom prst="rect">
            <a:avLst/>
          </a:prstGeom>
        </p:spPr>
      </p:pic>
      <p:sp>
        <p:nvSpPr>
          <p:cNvPr id="20" name="TextBox 8">
            <a:extLst>
              <a:ext uri="{FF2B5EF4-FFF2-40B4-BE49-F238E27FC236}">
                <a16:creationId xmlns:a16="http://schemas.microsoft.com/office/drawing/2014/main" id="{53007A2D-98B0-4E25-6BF6-108C7C0D9AC4}"/>
              </a:ext>
            </a:extLst>
          </p:cNvPr>
          <p:cNvSpPr txBox="1">
            <a:spLocks/>
          </p:cNvSpPr>
          <p:nvPr/>
        </p:nvSpPr>
        <p:spPr>
          <a:xfrm>
            <a:off x="293421" y="337087"/>
            <a:ext cx="37032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Tinplate Badge</a:t>
            </a:r>
          </a:p>
        </p:txBody>
      </p:sp>
      <p:pic>
        <p:nvPicPr>
          <p:cNvPr id="28" name="išḷîḍê">
            <a:extLst>
              <a:ext uri="{FF2B5EF4-FFF2-40B4-BE49-F238E27FC236}">
                <a16:creationId xmlns:a16="http://schemas.microsoft.com/office/drawing/2014/main" id="{50018F64-4ACE-A29B-9FC6-778CCB2DA5E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30" name="íṥḻiḍé">
            <a:extLst>
              <a:ext uri="{FF2B5EF4-FFF2-40B4-BE49-F238E27FC236}">
                <a16:creationId xmlns:a16="http://schemas.microsoft.com/office/drawing/2014/main" id="{84791AAA-E6DE-9F4E-891B-8AF0F0F83FC7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31" name="íṥļïdè">
            <a:extLst>
              <a:ext uri="{FF2B5EF4-FFF2-40B4-BE49-F238E27FC236}">
                <a16:creationId xmlns:a16="http://schemas.microsoft.com/office/drawing/2014/main" id="{398BCBFD-CF8A-7F43-938A-4251139F10B8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PRODUCED BY MK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BCAC454E-C3D7-A7DA-C5F8-7BB032BB8C7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3" t="4823" r="15921" b="11166"/>
          <a:stretch>
            <a:fillRect/>
          </a:stretch>
        </p:blipFill>
        <p:spPr>
          <a:xfrm>
            <a:off x="7978088" y="1741453"/>
            <a:ext cx="2116789" cy="26304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6ACC947F-D845-D81F-3919-9D75FC99E1E5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7" t="4340" r="13430" b="5856"/>
          <a:stretch>
            <a:fillRect/>
          </a:stretch>
        </p:blipFill>
        <p:spPr>
          <a:xfrm>
            <a:off x="1720958" y="1740021"/>
            <a:ext cx="2191851" cy="26304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9A55057C-BD59-BD2C-50D4-60282D937DF1}"/>
              </a:ext>
            </a:extLst>
          </p:cNvPr>
          <p:cNvSpPr txBox="1">
            <a:spLocks/>
          </p:cNvSpPr>
          <p:nvPr/>
        </p:nvSpPr>
        <p:spPr>
          <a:xfrm>
            <a:off x="1709448" y="4597457"/>
            <a:ext cx="2214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Inter" panose="02000503000000020004" pitchFamily="2" charset="0"/>
                <a:ea typeface="Inter" panose="02000503000000020004" pitchFamily="2" charset="0"/>
              </a:rPr>
              <a:t>Soft Enamel Antique Medal</a:t>
            </a:r>
            <a:endParaRPr lang="zh-CN" altLang="en-US" dirty="0">
              <a:latin typeface="Inter" panose="02000503000000020004" pitchFamily="2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E7751EA-E07C-A533-0744-372CA3CF2F6B}"/>
              </a:ext>
            </a:extLst>
          </p:cNvPr>
          <p:cNvSpPr txBox="1">
            <a:spLocks/>
          </p:cNvSpPr>
          <p:nvPr/>
        </p:nvSpPr>
        <p:spPr>
          <a:xfrm>
            <a:off x="7978088" y="4660752"/>
            <a:ext cx="219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Inter" panose="02000503000000020004" pitchFamily="2" charset="0"/>
                <a:ea typeface="Inter" panose="02000503000000020004" pitchFamily="2" charset="0"/>
              </a:rPr>
              <a:t>Printing Pin Badge</a:t>
            </a:r>
            <a:endParaRPr lang="zh-CN" altLang="en-US" dirty="0">
              <a:latin typeface="Inter" panose="02000503000000020004" pitchFamily="2" charset="0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B14A5A19-5EF3-195D-A628-3DB1FAAEF0BF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8" r="7297" b="8270"/>
          <a:stretch>
            <a:fillRect/>
          </a:stretch>
        </p:blipFill>
        <p:spPr>
          <a:xfrm>
            <a:off x="4895371" y="1752722"/>
            <a:ext cx="2307623" cy="26304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99EE7087-599A-EF28-6402-4D0A2A3A327D}"/>
              </a:ext>
            </a:extLst>
          </p:cNvPr>
          <p:cNvSpPr txBox="1">
            <a:spLocks/>
          </p:cNvSpPr>
          <p:nvPr/>
        </p:nvSpPr>
        <p:spPr>
          <a:xfrm>
            <a:off x="4809099" y="4698849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Inter" panose="02000503000000020004" pitchFamily="2" charset="0"/>
                <a:ea typeface="Inter" panose="02000503000000020004" pitchFamily="2" charset="0"/>
              </a:rPr>
              <a:t>Movable Part Medal </a:t>
            </a:r>
            <a:endParaRPr lang="zh-CN" altLang="en-US" dirty="0">
              <a:latin typeface="Inter" panose="02000503000000020004" pitchFamily="2" charset="0"/>
            </a:endParaRPr>
          </a:p>
        </p:txBody>
      </p:sp>
      <p:sp>
        <p:nvSpPr>
          <p:cNvPr id="11" name="îṩlíḑè">
            <a:extLst>
              <a:ext uri="{FF2B5EF4-FFF2-40B4-BE49-F238E27FC236}">
                <a16:creationId xmlns:a16="http://schemas.microsoft.com/office/drawing/2014/main" id="{6773FCEF-31D6-1FD0-162F-ABD6D94289FC}"/>
              </a:ext>
            </a:extLst>
          </p:cNvPr>
          <p:cNvSpPr>
            <a:spLocks/>
          </p:cNvSpPr>
          <p:nvPr/>
        </p:nvSpPr>
        <p:spPr>
          <a:xfrm>
            <a:off x="11677650" y="369917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2" name="iṥḷídè">
            <a:extLst>
              <a:ext uri="{FF2B5EF4-FFF2-40B4-BE49-F238E27FC236}">
                <a16:creationId xmlns:a16="http://schemas.microsoft.com/office/drawing/2014/main" id="{8B0A5346-BB40-550C-AA2F-154598CC5507}"/>
              </a:ext>
            </a:extLst>
          </p:cNvPr>
          <p:cNvSpPr>
            <a:spLocks/>
          </p:cNvSpPr>
          <p:nvPr/>
        </p:nvSpPr>
        <p:spPr>
          <a:xfrm>
            <a:off x="11677650" y="3099536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4" name="í$ḻïḋê">
            <a:extLst>
              <a:ext uri="{FF2B5EF4-FFF2-40B4-BE49-F238E27FC236}">
                <a16:creationId xmlns:a16="http://schemas.microsoft.com/office/drawing/2014/main" id="{1B858801-7ACB-3E31-A368-A8F17B038EB5}"/>
              </a:ext>
            </a:extLst>
          </p:cNvPr>
          <p:cNvSpPr>
            <a:spLocks/>
          </p:cNvSpPr>
          <p:nvPr/>
        </p:nvSpPr>
        <p:spPr>
          <a:xfrm>
            <a:off x="11677650" y="3517315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9" name="îŝḷíḍê">
            <a:extLst>
              <a:ext uri="{FF2B5EF4-FFF2-40B4-BE49-F238E27FC236}">
                <a16:creationId xmlns:a16="http://schemas.microsoft.com/office/drawing/2014/main" id="{F2621BED-6B53-A9C6-CD7D-23A2B10147E8}"/>
              </a:ext>
            </a:extLst>
          </p:cNvPr>
          <p:cNvSpPr>
            <a:spLocks/>
          </p:cNvSpPr>
          <p:nvPr/>
        </p:nvSpPr>
        <p:spPr>
          <a:xfrm>
            <a:off x="11677650" y="3295600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1" name="îşḻíďê">
            <a:extLst>
              <a:ext uri="{FF2B5EF4-FFF2-40B4-BE49-F238E27FC236}">
                <a16:creationId xmlns:a16="http://schemas.microsoft.com/office/drawing/2014/main" id="{FE60C3B3-3DD7-DE04-E46F-485BC2ECFAEF}"/>
              </a:ext>
            </a:extLst>
          </p:cNvPr>
          <p:cNvSpPr>
            <a:spLocks/>
          </p:cNvSpPr>
          <p:nvPr/>
        </p:nvSpPr>
        <p:spPr>
          <a:xfrm>
            <a:off x="11677650" y="3328883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8263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59805-9F3C-A4B9-7E4B-0FA7AAFA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0323CF95-3781-4630-3D1C-BE4CA7CE729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D864FFD4-ED3C-A512-D1C0-5AED5FDDE58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646531" y="6015501"/>
            <a:ext cx="1294164" cy="358764"/>
            <a:chOff x="10560806" y="6053601"/>
            <a:chExt cx="1294164" cy="358764"/>
          </a:xfrm>
        </p:grpSpPr>
        <p:sp>
          <p:nvSpPr>
            <p:cNvPr id="16" name="íŝľïḋé">
              <a:extLst>
                <a:ext uri="{FF2B5EF4-FFF2-40B4-BE49-F238E27FC236}">
                  <a16:creationId xmlns:a16="http://schemas.microsoft.com/office/drawing/2014/main" id="{4E3B3387-FC33-1E5D-9362-7BC6775814E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60806" y="6132956"/>
              <a:ext cx="124690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00" dirty="0">
                  <a:solidFill>
                    <a:srgbClr val="FA45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阿里巴巴普惠体 Light" panose="00020600040101010101" pitchFamily="18" charset="-122"/>
                </a:rPr>
                <a:t>D&amp;M CRAFTS     01</a:t>
              </a:r>
            </a:p>
          </p:txBody>
        </p:sp>
        <p:sp>
          <p:nvSpPr>
            <p:cNvPr id="17" name="išḷíḋè">
              <a:extLst>
                <a:ext uri="{FF2B5EF4-FFF2-40B4-BE49-F238E27FC236}">
                  <a16:creationId xmlns:a16="http://schemas.microsoft.com/office/drawing/2014/main" id="{603009FC-B75D-B39E-82C0-4EBAF74506BC}"/>
                </a:ext>
              </a:extLst>
            </p:cNvPr>
            <p:cNvSpPr>
              <a:spLocks/>
            </p:cNvSpPr>
            <p:nvPr/>
          </p:nvSpPr>
          <p:spPr>
            <a:xfrm rot="3600000">
              <a:off x="11498268" y="6055663"/>
              <a:ext cx="358764" cy="354640"/>
            </a:xfrm>
            <a:prstGeom prst="arc">
              <a:avLst>
                <a:gd name="adj1" fmla="val 9301497"/>
                <a:gd name="adj2" fmla="val 5421245"/>
              </a:avLst>
            </a:prstGeom>
            <a:ln w="12700">
              <a:gradFill flip="none" rotWithShape="1">
                <a:gsLst>
                  <a:gs pos="0">
                    <a:srgbClr val="FA4500">
                      <a:alpha val="0"/>
                    </a:srgbClr>
                  </a:gs>
                  <a:gs pos="52000">
                    <a:srgbClr val="FA4500"/>
                  </a:gs>
                </a:gsLst>
                <a:lin ang="1980000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</p:grpSp>
      <p:pic>
        <p:nvPicPr>
          <p:cNvPr id="18" name="图片占位符 10">
            <a:extLst>
              <a:ext uri="{FF2B5EF4-FFF2-40B4-BE49-F238E27FC236}">
                <a16:creationId xmlns:a16="http://schemas.microsoft.com/office/drawing/2014/main" id="{D70DC038-525A-9D4D-B17E-226C2BCE25F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57" t="189" r="7941" b="189"/>
          <a:stretch>
            <a:fillRect/>
          </a:stretch>
        </p:blipFill>
        <p:spPr>
          <a:xfrm>
            <a:off x="1084668" y="1138821"/>
            <a:ext cx="8621609" cy="496894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247656AC-2248-932C-6844-CC050F6028F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27" y="810966"/>
            <a:ext cx="2748573" cy="5497146"/>
          </a:xfrm>
          <a:prstGeom prst="rect">
            <a:avLst/>
          </a:prstGeom>
        </p:spPr>
      </p:pic>
      <p:pic>
        <p:nvPicPr>
          <p:cNvPr id="28" name="išḷîḍê">
            <a:extLst>
              <a:ext uri="{FF2B5EF4-FFF2-40B4-BE49-F238E27FC236}">
                <a16:creationId xmlns:a16="http://schemas.microsoft.com/office/drawing/2014/main" id="{7FE8D132-CBD1-E219-435A-DDC26DA7014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30" name="íṥḻiḍé">
            <a:extLst>
              <a:ext uri="{FF2B5EF4-FFF2-40B4-BE49-F238E27FC236}">
                <a16:creationId xmlns:a16="http://schemas.microsoft.com/office/drawing/2014/main" id="{9288CF66-518C-D6FE-EE56-5D1E1A20D97D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31" name="íṥļïdè">
            <a:extLst>
              <a:ext uri="{FF2B5EF4-FFF2-40B4-BE49-F238E27FC236}">
                <a16:creationId xmlns:a16="http://schemas.microsoft.com/office/drawing/2014/main" id="{FE04B680-81E1-1757-67A2-B1547F80C4EA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PRODUCED BY MK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E7BDAA83-44CD-516B-9DE9-6A446CD62CCE}"/>
              </a:ext>
            </a:extLst>
          </p:cNvPr>
          <p:cNvSpPr txBox="1">
            <a:spLocks/>
          </p:cNvSpPr>
          <p:nvPr/>
        </p:nvSpPr>
        <p:spPr>
          <a:xfrm>
            <a:off x="1379454" y="220846"/>
            <a:ext cx="37032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Tinplate Badge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4332B964-BDF4-A245-CC23-E7338D75BFF4}"/>
              </a:ext>
            </a:extLst>
          </p:cNvPr>
          <p:cNvSpPr txBox="1">
            <a:spLocks/>
          </p:cNvSpPr>
          <p:nvPr/>
        </p:nvSpPr>
        <p:spPr>
          <a:xfrm>
            <a:off x="1379454" y="788333"/>
            <a:ext cx="4331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Regarding customized products, we can provide: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5FC5A81-74E0-C85C-C1EB-3DB89C89DCC9}"/>
              </a:ext>
            </a:extLst>
          </p:cNvPr>
          <p:cNvCxnSpPr>
            <a:cxnSpLocks/>
          </p:cNvCxnSpPr>
          <p:nvPr/>
        </p:nvCxnSpPr>
        <p:spPr>
          <a:xfrm flipH="1">
            <a:off x="2478263" y="1844967"/>
            <a:ext cx="10614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BCEE063-1BC9-C96A-D6E4-2E8FE06259B2}"/>
              </a:ext>
            </a:extLst>
          </p:cNvPr>
          <p:cNvCxnSpPr>
            <a:cxnSpLocks/>
          </p:cNvCxnSpPr>
          <p:nvPr/>
        </p:nvCxnSpPr>
        <p:spPr>
          <a:xfrm>
            <a:off x="2736263" y="2579454"/>
            <a:ext cx="8034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BB35D22-2C4B-E705-C13F-D247A7518AD6}"/>
              </a:ext>
            </a:extLst>
          </p:cNvPr>
          <p:cNvCxnSpPr>
            <a:cxnSpLocks/>
          </p:cNvCxnSpPr>
          <p:nvPr/>
        </p:nvCxnSpPr>
        <p:spPr>
          <a:xfrm flipH="1">
            <a:off x="2634797" y="3920664"/>
            <a:ext cx="9049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6CBC095-DE08-0F8A-7037-8F55A2E1932E}"/>
              </a:ext>
            </a:extLst>
          </p:cNvPr>
          <p:cNvCxnSpPr>
            <a:cxnSpLocks/>
          </p:cNvCxnSpPr>
          <p:nvPr/>
        </p:nvCxnSpPr>
        <p:spPr>
          <a:xfrm>
            <a:off x="2322468" y="5404230"/>
            <a:ext cx="12172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580FE674-AF08-18A1-A0E8-D39D876FE850}"/>
              </a:ext>
            </a:extLst>
          </p:cNvPr>
          <p:cNvSpPr txBox="1">
            <a:spLocks/>
          </p:cNvSpPr>
          <p:nvPr/>
        </p:nvSpPr>
        <p:spPr>
          <a:xfrm flipH="1">
            <a:off x="3543299" y="1625491"/>
            <a:ext cx="3795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Surface: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Glossy, matte, or frosted film coating, etc.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12DBE3D-930F-7A5C-6C38-22FDD3006E80}"/>
              </a:ext>
            </a:extLst>
          </p:cNvPr>
          <p:cNvSpPr txBox="1">
            <a:spLocks/>
          </p:cNvSpPr>
          <p:nvPr/>
        </p:nvSpPr>
        <p:spPr>
          <a:xfrm flipH="1">
            <a:off x="3592004" y="2408057"/>
            <a:ext cx="38824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Printing: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High-definition Offset (CMYK) or UV digital printing, etc.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A70A896-4B38-E744-AF54-6B2A357E1B9D}"/>
              </a:ext>
            </a:extLst>
          </p:cNvPr>
          <p:cNvSpPr txBox="1">
            <a:spLocks/>
          </p:cNvSpPr>
          <p:nvPr/>
        </p:nvSpPr>
        <p:spPr>
          <a:xfrm flipH="1">
            <a:off x="3592004" y="3506679"/>
            <a:ext cx="31869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Material: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</a:rPr>
              <a:t>Tin-plated steel, Stainless Steel, Plastic, Aluminum, </a:t>
            </a:r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etc.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0931833-399E-FE79-941B-7F90ACEF1DC0}"/>
              </a:ext>
            </a:extLst>
          </p:cNvPr>
          <p:cNvSpPr txBox="1">
            <a:spLocks/>
          </p:cNvSpPr>
          <p:nvPr/>
        </p:nvSpPr>
        <p:spPr>
          <a:xfrm flipH="1">
            <a:off x="3592004" y="5142620"/>
            <a:ext cx="4458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Function: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Adjust to bottle openers or compact mirror backs.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B2EF2839-BA40-B00C-1D94-3EF331954D93}"/>
              </a:ext>
            </a:extLst>
          </p:cNvPr>
          <p:cNvCxnSpPr>
            <a:cxnSpLocks/>
          </p:cNvCxnSpPr>
          <p:nvPr/>
        </p:nvCxnSpPr>
        <p:spPr>
          <a:xfrm flipH="1">
            <a:off x="2628900" y="4668231"/>
            <a:ext cx="91079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07BEAD63-4E7C-DF2B-205E-8AE3B801DD93}"/>
              </a:ext>
            </a:extLst>
          </p:cNvPr>
          <p:cNvSpPr txBox="1">
            <a:spLocks/>
          </p:cNvSpPr>
          <p:nvPr/>
        </p:nvSpPr>
        <p:spPr>
          <a:xfrm flipH="1">
            <a:off x="3592004" y="4300754"/>
            <a:ext cx="35419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Back: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Safety pin, plastic backing, or magnet options, etc.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55" name="Rectangle 27">
            <a:extLst>
              <a:ext uri="{FF2B5EF4-FFF2-40B4-BE49-F238E27FC236}">
                <a16:creationId xmlns:a16="http://schemas.microsoft.com/office/drawing/2014/main" id="{5E7AF2DA-412F-48C5-A9DE-996857F2FE8C}"/>
              </a:ext>
            </a:extLst>
          </p:cNvPr>
          <p:cNvSpPr>
            <a:spLocks/>
          </p:cNvSpPr>
          <p:nvPr/>
        </p:nvSpPr>
        <p:spPr>
          <a:xfrm>
            <a:off x="8564026" y="2523423"/>
            <a:ext cx="1437819" cy="4001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Create as you </a:t>
            </a:r>
          </a:p>
          <a:p>
            <a:pPr algn="ctr"/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wish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133ABDE5-2712-14E6-4122-08FE986656D8}"/>
              </a:ext>
            </a:extLst>
          </p:cNvPr>
          <p:cNvSpPr>
            <a:spLocks/>
          </p:cNvSpPr>
          <p:nvPr/>
        </p:nvSpPr>
        <p:spPr>
          <a:xfrm>
            <a:off x="7236373" y="2921813"/>
            <a:ext cx="3870959" cy="148948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24">
            <a:extLst>
              <a:ext uri="{FF2B5EF4-FFF2-40B4-BE49-F238E27FC236}">
                <a16:creationId xmlns:a16="http://schemas.microsoft.com/office/drawing/2014/main" id="{E2E03253-91CC-D7FF-9F72-4CCA95999186}"/>
              </a:ext>
            </a:extLst>
          </p:cNvPr>
          <p:cNvSpPr txBox="1">
            <a:spLocks/>
          </p:cNvSpPr>
          <p:nvPr/>
        </p:nvSpPr>
        <p:spPr>
          <a:xfrm>
            <a:off x="7338813" y="3345315"/>
            <a:ext cx="3666077" cy="646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Montserrat" pitchFamily="2" charset="0"/>
              </a:rPr>
              <a:t>Ready to start? Contact us for a free virtual proof.</a:t>
            </a:r>
            <a:endParaRPr lang="en-US" dirty="0">
              <a:solidFill>
                <a:schemeClr val="bg1"/>
              </a:solidFill>
              <a:latin typeface="Montserra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îṩlíḑè">
            <a:extLst>
              <a:ext uri="{FF2B5EF4-FFF2-40B4-BE49-F238E27FC236}">
                <a16:creationId xmlns:a16="http://schemas.microsoft.com/office/drawing/2014/main" id="{9628B388-C290-B182-30D1-E5D50E164029}"/>
              </a:ext>
            </a:extLst>
          </p:cNvPr>
          <p:cNvSpPr>
            <a:spLocks/>
          </p:cNvSpPr>
          <p:nvPr/>
        </p:nvSpPr>
        <p:spPr>
          <a:xfrm>
            <a:off x="11677650" y="369917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0" name="iṥḷídè">
            <a:extLst>
              <a:ext uri="{FF2B5EF4-FFF2-40B4-BE49-F238E27FC236}">
                <a16:creationId xmlns:a16="http://schemas.microsoft.com/office/drawing/2014/main" id="{15D30A53-EADC-09A4-961B-858985A31B98}"/>
              </a:ext>
            </a:extLst>
          </p:cNvPr>
          <p:cNvSpPr>
            <a:spLocks/>
          </p:cNvSpPr>
          <p:nvPr/>
        </p:nvSpPr>
        <p:spPr>
          <a:xfrm>
            <a:off x="11677650" y="3099536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5" name="í$ḻïḋê">
            <a:extLst>
              <a:ext uri="{FF2B5EF4-FFF2-40B4-BE49-F238E27FC236}">
                <a16:creationId xmlns:a16="http://schemas.microsoft.com/office/drawing/2014/main" id="{85A5FAE5-FF68-9312-71C5-9A4F49F50D65}"/>
              </a:ext>
            </a:extLst>
          </p:cNvPr>
          <p:cNvSpPr>
            <a:spLocks/>
          </p:cNvSpPr>
          <p:nvPr/>
        </p:nvSpPr>
        <p:spPr>
          <a:xfrm>
            <a:off x="11677650" y="3517315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2" name="îŝḷíḍê">
            <a:extLst>
              <a:ext uri="{FF2B5EF4-FFF2-40B4-BE49-F238E27FC236}">
                <a16:creationId xmlns:a16="http://schemas.microsoft.com/office/drawing/2014/main" id="{6D8E7936-06EF-718E-D8E2-C0029205D836}"/>
              </a:ext>
            </a:extLst>
          </p:cNvPr>
          <p:cNvSpPr>
            <a:spLocks/>
          </p:cNvSpPr>
          <p:nvPr/>
        </p:nvSpPr>
        <p:spPr>
          <a:xfrm>
            <a:off x="11677650" y="3295600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3" name="îşḻíďê">
            <a:extLst>
              <a:ext uri="{FF2B5EF4-FFF2-40B4-BE49-F238E27FC236}">
                <a16:creationId xmlns:a16="http://schemas.microsoft.com/office/drawing/2014/main" id="{37B19611-B648-8642-FB34-353F48010B90}"/>
              </a:ext>
            </a:extLst>
          </p:cNvPr>
          <p:cNvSpPr>
            <a:spLocks/>
          </p:cNvSpPr>
          <p:nvPr/>
        </p:nvSpPr>
        <p:spPr>
          <a:xfrm>
            <a:off x="11677650" y="3328883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703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910ED-7970-98BF-8DD8-FC41AFDC2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26115037-2880-179A-BBD3-8616864251D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CF82B8E2-5FD3-11F9-479C-7B42C8C16D9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646531" y="6015501"/>
            <a:ext cx="1294164" cy="358764"/>
            <a:chOff x="10560806" y="6053601"/>
            <a:chExt cx="1294164" cy="358764"/>
          </a:xfrm>
        </p:grpSpPr>
        <p:sp>
          <p:nvSpPr>
            <p:cNvPr id="16" name="íŝľïḋé">
              <a:extLst>
                <a:ext uri="{FF2B5EF4-FFF2-40B4-BE49-F238E27FC236}">
                  <a16:creationId xmlns:a16="http://schemas.microsoft.com/office/drawing/2014/main" id="{B7EDC428-D49C-D943-D197-6E652EED22F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60806" y="6132956"/>
              <a:ext cx="124690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00" dirty="0">
                  <a:solidFill>
                    <a:srgbClr val="FA45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阿里巴巴普惠体 Light" panose="00020600040101010101" pitchFamily="18" charset="-122"/>
                </a:rPr>
                <a:t>D&amp;M CRAFTS     01</a:t>
              </a:r>
            </a:p>
          </p:txBody>
        </p:sp>
        <p:sp>
          <p:nvSpPr>
            <p:cNvPr id="17" name="išḷíḋè">
              <a:extLst>
                <a:ext uri="{FF2B5EF4-FFF2-40B4-BE49-F238E27FC236}">
                  <a16:creationId xmlns:a16="http://schemas.microsoft.com/office/drawing/2014/main" id="{DC6A1740-DC9E-EB87-508B-79629D6D7BF2}"/>
                </a:ext>
              </a:extLst>
            </p:cNvPr>
            <p:cNvSpPr>
              <a:spLocks/>
            </p:cNvSpPr>
            <p:nvPr/>
          </p:nvSpPr>
          <p:spPr>
            <a:xfrm rot="3600000">
              <a:off x="11498268" y="6055663"/>
              <a:ext cx="358764" cy="354640"/>
            </a:xfrm>
            <a:prstGeom prst="arc">
              <a:avLst>
                <a:gd name="adj1" fmla="val 9301497"/>
                <a:gd name="adj2" fmla="val 5421245"/>
              </a:avLst>
            </a:prstGeom>
            <a:ln w="12700">
              <a:gradFill flip="none" rotWithShape="1">
                <a:gsLst>
                  <a:gs pos="0">
                    <a:srgbClr val="FA4500">
                      <a:alpha val="0"/>
                    </a:srgbClr>
                  </a:gs>
                  <a:gs pos="52000">
                    <a:srgbClr val="FA4500"/>
                  </a:gs>
                </a:gsLst>
                <a:lin ang="1980000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</p:grpSp>
      <p:pic>
        <p:nvPicPr>
          <p:cNvPr id="18" name="图片占位符 10">
            <a:extLst>
              <a:ext uri="{FF2B5EF4-FFF2-40B4-BE49-F238E27FC236}">
                <a16:creationId xmlns:a16="http://schemas.microsoft.com/office/drawing/2014/main" id="{33C6DC53-C80E-DDE9-21E4-0FEECFFC010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9" t="189" r="1" b="189"/>
          <a:stretch/>
        </p:blipFill>
        <p:spPr>
          <a:xfrm rot="16200000">
            <a:off x="3531407" y="-1403687"/>
            <a:ext cx="5129185" cy="9867900"/>
          </a:xfrm>
          <a:prstGeom prst="rect">
            <a:avLst/>
          </a:prstGeom>
        </p:spPr>
      </p:pic>
      <p:sp>
        <p:nvSpPr>
          <p:cNvPr id="20" name="TextBox 8">
            <a:extLst>
              <a:ext uri="{FF2B5EF4-FFF2-40B4-BE49-F238E27FC236}">
                <a16:creationId xmlns:a16="http://schemas.microsoft.com/office/drawing/2014/main" id="{02742597-F484-466C-A456-5B61EAB78760}"/>
              </a:ext>
            </a:extLst>
          </p:cNvPr>
          <p:cNvSpPr txBox="1">
            <a:spLocks/>
          </p:cNvSpPr>
          <p:nvPr/>
        </p:nvSpPr>
        <p:spPr>
          <a:xfrm>
            <a:off x="293421" y="337087"/>
            <a:ext cx="3433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Bottle-opener</a:t>
            </a:r>
          </a:p>
        </p:txBody>
      </p:sp>
      <p:pic>
        <p:nvPicPr>
          <p:cNvPr id="28" name="išḷîḍê">
            <a:extLst>
              <a:ext uri="{FF2B5EF4-FFF2-40B4-BE49-F238E27FC236}">
                <a16:creationId xmlns:a16="http://schemas.microsoft.com/office/drawing/2014/main" id="{66701C99-376C-EF65-1767-0A32A992D20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30" name="íṥḻiḍé">
            <a:extLst>
              <a:ext uri="{FF2B5EF4-FFF2-40B4-BE49-F238E27FC236}">
                <a16:creationId xmlns:a16="http://schemas.microsoft.com/office/drawing/2014/main" id="{CF5C5ADA-D6C6-1978-2C01-B21A46353584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31" name="íṥļïdè">
            <a:extLst>
              <a:ext uri="{FF2B5EF4-FFF2-40B4-BE49-F238E27FC236}">
                <a16:creationId xmlns:a16="http://schemas.microsoft.com/office/drawing/2014/main" id="{5EE3BD8C-499F-91FA-BE23-A2A8C962E384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PRODUCED BY MK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C2445234-DFA8-6366-D881-A0A3A8BDF84F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3" t="4823" r="15921" b="11166"/>
          <a:stretch>
            <a:fillRect/>
          </a:stretch>
        </p:blipFill>
        <p:spPr>
          <a:xfrm>
            <a:off x="7978088" y="1741453"/>
            <a:ext cx="2116789" cy="26304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EF31886C-60ED-2E4A-3EB3-63683EC9FA60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7" t="4340" r="13430" b="5856"/>
          <a:stretch>
            <a:fillRect/>
          </a:stretch>
        </p:blipFill>
        <p:spPr>
          <a:xfrm>
            <a:off x="1720958" y="1740021"/>
            <a:ext cx="2191851" cy="26304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161393F6-9C15-AAC9-3118-B9011B217E07}"/>
              </a:ext>
            </a:extLst>
          </p:cNvPr>
          <p:cNvSpPr txBox="1">
            <a:spLocks/>
          </p:cNvSpPr>
          <p:nvPr/>
        </p:nvSpPr>
        <p:spPr>
          <a:xfrm>
            <a:off x="1709448" y="4597457"/>
            <a:ext cx="2214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Inter" panose="02000503000000020004" pitchFamily="2" charset="0"/>
                <a:ea typeface="Inter" panose="02000503000000020004" pitchFamily="2" charset="0"/>
              </a:rPr>
              <a:t>Soft Enamel Antique Medal</a:t>
            </a:r>
            <a:endParaRPr lang="zh-CN" altLang="en-US" dirty="0">
              <a:latin typeface="Inter" panose="02000503000000020004" pitchFamily="2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E116CC9-218F-622A-02C0-A4E96D204116}"/>
              </a:ext>
            </a:extLst>
          </p:cNvPr>
          <p:cNvSpPr txBox="1">
            <a:spLocks/>
          </p:cNvSpPr>
          <p:nvPr/>
        </p:nvSpPr>
        <p:spPr>
          <a:xfrm>
            <a:off x="7978088" y="4660752"/>
            <a:ext cx="219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Inter" panose="02000503000000020004" pitchFamily="2" charset="0"/>
                <a:ea typeface="Inter" panose="02000503000000020004" pitchFamily="2" charset="0"/>
              </a:rPr>
              <a:t>Printing Pin Badge</a:t>
            </a:r>
            <a:endParaRPr lang="zh-CN" altLang="en-US" dirty="0">
              <a:latin typeface="Inter" panose="02000503000000020004" pitchFamily="2" charset="0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9F3753A5-5F7E-23D2-ECC3-DD246033882A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8" r="7297" b="8270"/>
          <a:stretch>
            <a:fillRect/>
          </a:stretch>
        </p:blipFill>
        <p:spPr>
          <a:xfrm>
            <a:off x="4895371" y="1752722"/>
            <a:ext cx="2307623" cy="26304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D4A0F761-58D3-5D10-75D8-092A86BC6994}"/>
              </a:ext>
            </a:extLst>
          </p:cNvPr>
          <p:cNvSpPr txBox="1">
            <a:spLocks/>
          </p:cNvSpPr>
          <p:nvPr/>
        </p:nvSpPr>
        <p:spPr>
          <a:xfrm>
            <a:off x="4809099" y="4698849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Inter" panose="02000503000000020004" pitchFamily="2" charset="0"/>
                <a:ea typeface="Inter" panose="02000503000000020004" pitchFamily="2" charset="0"/>
              </a:rPr>
              <a:t>Movable Part Medal </a:t>
            </a:r>
            <a:endParaRPr lang="zh-CN" altLang="en-US" dirty="0">
              <a:latin typeface="Inter" panose="02000503000000020004" pitchFamily="2" charset="0"/>
            </a:endParaRPr>
          </a:p>
        </p:txBody>
      </p:sp>
      <p:sp>
        <p:nvSpPr>
          <p:cNvPr id="23" name="îṩlíḑè">
            <a:extLst>
              <a:ext uri="{FF2B5EF4-FFF2-40B4-BE49-F238E27FC236}">
                <a16:creationId xmlns:a16="http://schemas.microsoft.com/office/drawing/2014/main" id="{D6283808-D465-9D83-5F23-0024692EE223}"/>
              </a:ext>
            </a:extLst>
          </p:cNvPr>
          <p:cNvSpPr>
            <a:spLocks/>
          </p:cNvSpPr>
          <p:nvPr/>
        </p:nvSpPr>
        <p:spPr>
          <a:xfrm>
            <a:off x="11677650" y="369917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4" name="iṥḷídè">
            <a:extLst>
              <a:ext uri="{FF2B5EF4-FFF2-40B4-BE49-F238E27FC236}">
                <a16:creationId xmlns:a16="http://schemas.microsoft.com/office/drawing/2014/main" id="{EF6D0310-1AFD-2F43-C611-6F2E0034180E}"/>
              </a:ext>
            </a:extLst>
          </p:cNvPr>
          <p:cNvSpPr>
            <a:spLocks/>
          </p:cNvSpPr>
          <p:nvPr/>
        </p:nvSpPr>
        <p:spPr>
          <a:xfrm>
            <a:off x="11677650" y="3099536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7" name="í$ḻïḋê">
            <a:extLst>
              <a:ext uri="{FF2B5EF4-FFF2-40B4-BE49-F238E27FC236}">
                <a16:creationId xmlns:a16="http://schemas.microsoft.com/office/drawing/2014/main" id="{7625EEF4-DC15-E5EA-D07D-86ECD0488016}"/>
              </a:ext>
            </a:extLst>
          </p:cNvPr>
          <p:cNvSpPr>
            <a:spLocks/>
          </p:cNvSpPr>
          <p:nvPr/>
        </p:nvSpPr>
        <p:spPr>
          <a:xfrm>
            <a:off x="11677650" y="3517315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2" name="îŝḷíḍê">
            <a:extLst>
              <a:ext uri="{FF2B5EF4-FFF2-40B4-BE49-F238E27FC236}">
                <a16:creationId xmlns:a16="http://schemas.microsoft.com/office/drawing/2014/main" id="{FB28B49A-9C88-E6EA-AECF-5891AE53E990}"/>
              </a:ext>
            </a:extLst>
          </p:cNvPr>
          <p:cNvSpPr>
            <a:spLocks/>
          </p:cNvSpPr>
          <p:nvPr/>
        </p:nvSpPr>
        <p:spPr>
          <a:xfrm>
            <a:off x="11677650" y="3295600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4" name="îşḻíďê">
            <a:extLst>
              <a:ext uri="{FF2B5EF4-FFF2-40B4-BE49-F238E27FC236}">
                <a16:creationId xmlns:a16="http://schemas.microsoft.com/office/drawing/2014/main" id="{4A86F9D9-3DBD-2DF6-8404-5C485BBBD28B}"/>
              </a:ext>
            </a:extLst>
          </p:cNvPr>
          <p:cNvSpPr>
            <a:spLocks/>
          </p:cNvSpPr>
          <p:nvPr/>
        </p:nvSpPr>
        <p:spPr>
          <a:xfrm>
            <a:off x="11677650" y="3328883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924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A8CB7-5540-4C67-775E-C45C37050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E0B851FC-335F-B790-B276-E6D39E2CD4E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6843C4D9-A22E-DC22-3F35-0D56BE5E20B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646531" y="6015501"/>
            <a:ext cx="1294164" cy="358764"/>
            <a:chOff x="10560806" y="6053601"/>
            <a:chExt cx="1294164" cy="358764"/>
          </a:xfrm>
        </p:grpSpPr>
        <p:sp>
          <p:nvSpPr>
            <p:cNvPr id="16" name="íŝľïḋé">
              <a:extLst>
                <a:ext uri="{FF2B5EF4-FFF2-40B4-BE49-F238E27FC236}">
                  <a16:creationId xmlns:a16="http://schemas.microsoft.com/office/drawing/2014/main" id="{80ECE972-71BE-9F42-2CF4-BCEB295D5F9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60806" y="6132956"/>
              <a:ext cx="124690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00" dirty="0">
                  <a:solidFill>
                    <a:srgbClr val="FA45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阿里巴巴普惠体 Light" panose="00020600040101010101" pitchFamily="18" charset="-122"/>
                </a:rPr>
                <a:t>D&amp;M CRAFTS     01</a:t>
              </a:r>
            </a:p>
          </p:txBody>
        </p:sp>
        <p:sp>
          <p:nvSpPr>
            <p:cNvPr id="17" name="išḷíḋè">
              <a:extLst>
                <a:ext uri="{FF2B5EF4-FFF2-40B4-BE49-F238E27FC236}">
                  <a16:creationId xmlns:a16="http://schemas.microsoft.com/office/drawing/2014/main" id="{A4C12BBE-137C-C063-0DE5-1EBFF6A1FAF9}"/>
                </a:ext>
              </a:extLst>
            </p:cNvPr>
            <p:cNvSpPr>
              <a:spLocks/>
            </p:cNvSpPr>
            <p:nvPr/>
          </p:nvSpPr>
          <p:spPr>
            <a:xfrm rot="3600000">
              <a:off x="11498268" y="6055663"/>
              <a:ext cx="358764" cy="354640"/>
            </a:xfrm>
            <a:prstGeom prst="arc">
              <a:avLst>
                <a:gd name="adj1" fmla="val 9301497"/>
                <a:gd name="adj2" fmla="val 5421245"/>
              </a:avLst>
            </a:prstGeom>
            <a:ln w="12700">
              <a:gradFill flip="none" rotWithShape="1">
                <a:gsLst>
                  <a:gs pos="0">
                    <a:srgbClr val="FA4500">
                      <a:alpha val="0"/>
                    </a:srgbClr>
                  </a:gs>
                  <a:gs pos="52000">
                    <a:srgbClr val="FA4500"/>
                  </a:gs>
                </a:gsLst>
                <a:lin ang="1980000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</p:grpSp>
      <p:pic>
        <p:nvPicPr>
          <p:cNvPr id="18" name="图片占位符 10">
            <a:extLst>
              <a:ext uri="{FF2B5EF4-FFF2-40B4-BE49-F238E27FC236}">
                <a16:creationId xmlns:a16="http://schemas.microsoft.com/office/drawing/2014/main" id="{6E46917D-6E7B-C76D-545D-88ECBDB3A01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57" t="189" r="7941" b="189"/>
          <a:stretch>
            <a:fillRect/>
          </a:stretch>
        </p:blipFill>
        <p:spPr>
          <a:xfrm rot="10800000">
            <a:off x="1668841" y="1193191"/>
            <a:ext cx="9077477" cy="496894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025B7DE-BEDB-EE77-59DE-482756A5F16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2963" y="1625491"/>
            <a:ext cx="2852962" cy="4277750"/>
          </a:xfrm>
          <a:prstGeom prst="rect">
            <a:avLst/>
          </a:prstGeom>
        </p:spPr>
      </p:pic>
      <p:pic>
        <p:nvPicPr>
          <p:cNvPr id="28" name="išḷîḍê">
            <a:extLst>
              <a:ext uri="{FF2B5EF4-FFF2-40B4-BE49-F238E27FC236}">
                <a16:creationId xmlns:a16="http://schemas.microsoft.com/office/drawing/2014/main" id="{50807D26-ABDA-879D-0F4C-6C36DDE10C2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30" name="íṥḻiḍé">
            <a:extLst>
              <a:ext uri="{FF2B5EF4-FFF2-40B4-BE49-F238E27FC236}">
                <a16:creationId xmlns:a16="http://schemas.microsoft.com/office/drawing/2014/main" id="{D6A6B251-3D5F-CC6D-2674-F3869EF3E73C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31" name="íṥļïdè">
            <a:extLst>
              <a:ext uri="{FF2B5EF4-FFF2-40B4-BE49-F238E27FC236}">
                <a16:creationId xmlns:a16="http://schemas.microsoft.com/office/drawing/2014/main" id="{B70C297F-FEB5-6FF5-4F5A-520231371EF0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PRODUCED BY MK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858AA4BE-70A9-1FEB-8620-A570BCDB1319}"/>
              </a:ext>
            </a:extLst>
          </p:cNvPr>
          <p:cNvSpPr txBox="1">
            <a:spLocks/>
          </p:cNvSpPr>
          <p:nvPr/>
        </p:nvSpPr>
        <p:spPr>
          <a:xfrm>
            <a:off x="1379454" y="220846"/>
            <a:ext cx="3433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Bottle-opener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8F6C7539-F82D-C249-1F87-90F5FD47ED64}"/>
              </a:ext>
            </a:extLst>
          </p:cNvPr>
          <p:cNvSpPr txBox="1">
            <a:spLocks/>
          </p:cNvSpPr>
          <p:nvPr/>
        </p:nvSpPr>
        <p:spPr>
          <a:xfrm>
            <a:off x="1379454" y="788333"/>
            <a:ext cx="4331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Regarding customized products, we can provide: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6F588B3-7A69-F06F-9C60-14E59BA45149}"/>
              </a:ext>
            </a:extLst>
          </p:cNvPr>
          <p:cNvCxnSpPr>
            <a:cxnSpLocks/>
          </p:cNvCxnSpPr>
          <p:nvPr/>
        </p:nvCxnSpPr>
        <p:spPr>
          <a:xfrm flipH="1">
            <a:off x="8146763" y="2384156"/>
            <a:ext cx="59019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6ED1ABC-92E4-6ACA-D8A7-9FB8588CA9CE}"/>
              </a:ext>
            </a:extLst>
          </p:cNvPr>
          <p:cNvCxnSpPr>
            <a:cxnSpLocks/>
          </p:cNvCxnSpPr>
          <p:nvPr/>
        </p:nvCxnSpPr>
        <p:spPr>
          <a:xfrm>
            <a:off x="8206239" y="3133155"/>
            <a:ext cx="656788" cy="41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BCA81BF-8871-F07B-DF46-634FCBC4009B}"/>
              </a:ext>
            </a:extLst>
          </p:cNvPr>
          <p:cNvCxnSpPr>
            <a:cxnSpLocks/>
          </p:cNvCxnSpPr>
          <p:nvPr/>
        </p:nvCxnSpPr>
        <p:spPr>
          <a:xfrm flipH="1">
            <a:off x="8206239" y="3960154"/>
            <a:ext cx="10614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6F11F450-703F-53C5-57B5-2523EF96A0F3}"/>
              </a:ext>
            </a:extLst>
          </p:cNvPr>
          <p:cNvSpPr txBox="1">
            <a:spLocks/>
          </p:cNvSpPr>
          <p:nvPr/>
        </p:nvSpPr>
        <p:spPr>
          <a:xfrm flipH="1">
            <a:off x="4407206" y="3620050"/>
            <a:ext cx="37395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Craft: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pPr algn="r"/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Soft enamel, Hard enamel, UV printing, etc.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F229D0C-DD91-BA17-642C-AE52A1BB408C}"/>
              </a:ext>
            </a:extLst>
          </p:cNvPr>
          <p:cNvSpPr txBox="1">
            <a:spLocks/>
          </p:cNvSpPr>
          <p:nvPr/>
        </p:nvSpPr>
        <p:spPr>
          <a:xfrm flipH="1">
            <a:off x="4451314" y="2936857"/>
            <a:ext cx="36975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Plating: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pPr algn="r"/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Gold, Silver, Bronze, Antique finished, etc.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9F73BDF-BCAD-5E23-8EA8-0C64E5C8E33A}"/>
              </a:ext>
            </a:extLst>
          </p:cNvPr>
          <p:cNvSpPr txBox="1">
            <a:spLocks/>
          </p:cNvSpPr>
          <p:nvPr/>
        </p:nvSpPr>
        <p:spPr>
          <a:xfrm flipH="1">
            <a:off x="4045237" y="2122546"/>
            <a:ext cx="40560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Material: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pPr algn="r"/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</a:rPr>
              <a:t>High-strength zinc alloy or stainless steel</a:t>
            </a:r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, etc.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D9A4C36E-CCE2-F75C-9B21-FE4C659DA4A3}"/>
              </a:ext>
            </a:extLst>
          </p:cNvPr>
          <p:cNvCxnSpPr>
            <a:cxnSpLocks/>
          </p:cNvCxnSpPr>
          <p:nvPr/>
        </p:nvCxnSpPr>
        <p:spPr>
          <a:xfrm flipH="1">
            <a:off x="8206239" y="4867362"/>
            <a:ext cx="5307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36F629E2-E601-3D5E-9204-032D115ED76C}"/>
              </a:ext>
            </a:extLst>
          </p:cNvPr>
          <p:cNvSpPr txBox="1">
            <a:spLocks/>
          </p:cNvSpPr>
          <p:nvPr/>
        </p:nvSpPr>
        <p:spPr>
          <a:xfrm flipH="1">
            <a:off x="4656196" y="4466761"/>
            <a:ext cx="34933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Shape: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pPr algn="r"/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</a:rPr>
              <a:t>keychains, fridge magnets, or medals for multi-purpose use</a:t>
            </a:r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.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55" name="Rectangle 27">
            <a:extLst>
              <a:ext uri="{FF2B5EF4-FFF2-40B4-BE49-F238E27FC236}">
                <a16:creationId xmlns:a16="http://schemas.microsoft.com/office/drawing/2014/main" id="{5A6B8C43-B46E-9D78-839B-4874BF96BCCF}"/>
              </a:ext>
            </a:extLst>
          </p:cNvPr>
          <p:cNvSpPr>
            <a:spLocks/>
          </p:cNvSpPr>
          <p:nvPr/>
        </p:nvSpPr>
        <p:spPr>
          <a:xfrm>
            <a:off x="2010451" y="3475864"/>
            <a:ext cx="1437819" cy="4001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Create as you </a:t>
            </a:r>
          </a:p>
          <a:p>
            <a:pPr algn="ctr"/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wish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AEF3E819-B5E1-EE69-A1E4-FBF0EA8E11A3}"/>
              </a:ext>
            </a:extLst>
          </p:cNvPr>
          <p:cNvSpPr>
            <a:spLocks/>
          </p:cNvSpPr>
          <p:nvPr/>
        </p:nvSpPr>
        <p:spPr>
          <a:xfrm>
            <a:off x="682798" y="3874254"/>
            <a:ext cx="3870959" cy="148948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24">
            <a:extLst>
              <a:ext uri="{FF2B5EF4-FFF2-40B4-BE49-F238E27FC236}">
                <a16:creationId xmlns:a16="http://schemas.microsoft.com/office/drawing/2014/main" id="{A74A3F4C-953F-746F-F724-BC4533E7F1AF}"/>
              </a:ext>
            </a:extLst>
          </p:cNvPr>
          <p:cNvSpPr txBox="1">
            <a:spLocks/>
          </p:cNvSpPr>
          <p:nvPr/>
        </p:nvSpPr>
        <p:spPr>
          <a:xfrm>
            <a:off x="785238" y="4297756"/>
            <a:ext cx="3666077" cy="646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Montserrat" pitchFamily="2" charset="0"/>
              </a:rPr>
              <a:t>Ready to start? Contact us for a free virtual proof.</a:t>
            </a:r>
            <a:endParaRPr lang="en-US" dirty="0">
              <a:solidFill>
                <a:schemeClr val="bg1"/>
              </a:solidFill>
              <a:latin typeface="Montserra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0" name="îṩlíḑè">
            <a:extLst>
              <a:ext uri="{FF2B5EF4-FFF2-40B4-BE49-F238E27FC236}">
                <a16:creationId xmlns:a16="http://schemas.microsoft.com/office/drawing/2014/main" id="{7B56E13C-BEC4-8871-1F3B-B641F8546F82}"/>
              </a:ext>
            </a:extLst>
          </p:cNvPr>
          <p:cNvSpPr>
            <a:spLocks/>
          </p:cNvSpPr>
          <p:nvPr/>
        </p:nvSpPr>
        <p:spPr>
          <a:xfrm>
            <a:off x="11677650" y="369917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01" name="iṥḷídè">
            <a:extLst>
              <a:ext uri="{FF2B5EF4-FFF2-40B4-BE49-F238E27FC236}">
                <a16:creationId xmlns:a16="http://schemas.microsoft.com/office/drawing/2014/main" id="{B5E50672-F5A9-7E36-F308-3058DC308D30}"/>
              </a:ext>
            </a:extLst>
          </p:cNvPr>
          <p:cNvSpPr>
            <a:spLocks/>
          </p:cNvSpPr>
          <p:nvPr/>
        </p:nvSpPr>
        <p:spPr>
          <a:xfrm>
            <a:off x="11677650" y="3099536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03" name="í$ḻïḋê">
            <a:extLst>
              <a:ext uri="{FF2B5EF4-FFF2-40B4-BE49-F238E27FC236}">
                <a16:creationId xmlns:a16="http://schemas.microsoft.com/office/drawing/2014/main" id="{AF86AB3C-7666-6A2C-BCA5-6B5EF502FFB4}"/>
              </a:ext>
            </a:extLst>
          </p:cNvPr>
          <p:cNvSpPr>
            <a:spLocks/>
          </p:cNvSpPr>
          <p:nvPr/>
        </p:nvSpPr>
        <p:spPr>
          <a:xfrm>
            <a:off x="11677650" y="3517315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04" name="îŝḷíḍê">
            <a:extLst>
              <a:ext uri="{FF2B5EF4-FFF2-40B4-BE49-F238E27FC236}">
                <a16:creationId xmlns:a16="http://schemas.microsoft.com/office/drawing/2014/main" id="{F8295D08-0A75-1011-C6F6-4099B5AD7CF0}"/>
              </a:ext>
            </a:extLst>
          </p:cNvPr>
          <p:cNvSpPr>
            <a:spLocks/>
          </p:cNvSpPr>
          <p:nvPr/>
        </p:nvSpPr>
        <p:spPr>
          <a:xfrm>
            <a:off x="11677650" y="3295600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05" name="îşḻíďê">
            <a:extLst>
              <a:ext uri="{FF2B5EF4-FFF2-40B4-BE49-F238E27FC236}">
                <a16:creationId xmlns:a16="http://schemas.microsoft.com/office/drawing/2014/main" id="{45A62342-FCA7-52BC-2D8F-88CBC0D4B872}"/>
              </a:ext>
            </a:extLst>
          </p:cNvPr>
          <p:cNvSpPr>
            <a:spLocks/>
          </p:cNvSpPr>
          <p:nvPr/>
        </p:nvSpPr>
        <p:spPr>
          <a:xfrm>
            <a:off x="11677650" y="3328883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182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DD1C2-8311-7DA3-78A3-A82474DE4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A60486E0-4C82-9C39-2B7B-6E9D2253B05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1AA8D607-2490-C434-D1CD-660080FF102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646531" y="6015501"/>
            <a:ext cx="1294164" cy="358764"/>
            <a:chOff x="10560806" y="6053601"/>
            <a:chExt cx="1294164" cy="358764"/>
          </a:xfrm>
        </p:grpSpPr>
        <p:sp>
          <p:nvSpPr>
            <p:cNvPr id="16" name="íŝľïḋé">
              <a:extLst>
                <a:ext uri="{FF2B5EF4-FFF2-40B4-BE49-F238E27FC236}">
                  <a16:creationId xmlns:a16="http://schemas.microsoft.com/office/drawing/2014/main" id="{ABFBFBDD-543F-FCEE-32E7-BBC27515BA1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60806" y="6132956"/>
              <a:ext cx="124690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00" dirty="0">
                  <a:solidFill>
                    <a:srgbClr val="FA45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阿里巴巴普惠体 Light" panose="00020600040101010101" pitchFamily="18" charset="-122"/>
                </a:rPr>
                <a:t>D&amp;M CRAFTS     01</a:t>
              </a:r>
            </a:p>
          </p:txBody>
        </p:sp>
        <p:sp>
          <p:nvSpPr>
            <p:cNvPr id="17" name="išḷíḋè">
              <a:extLst>
                <a:ext uri="{FF2B5EF4-FFF2-40B4-BE49-F238E27FC236}">
                  <a16:creationId xmlns:a16="http://schemas.microsoft.com/office/drawing/2014/main" id="{C4507881-2447-5801-8156-49D378201C2F}"/>
                </a:ext>
              </a:extLst>
            </p:cNvPr>
            <p:cNvSpPr>
              <a:spLocks/>
            </p:cNvSpPr>
            <p:nvPr/>
          </p:nvSpPr>
          <p:spPr>
            <a:xfrm rot="3600000">
              <a:off x="11498268" y="6055663"/>
              <a:ext cx="358764" cy="354640"/>
            </a:xfrm>
            <a:prstGeom prst="arc">
              <a:avLst>
                <a:gd name="adj1" fmla="val 9301497"/>
                <a:gd name="adj2" fmla="val 5421245"/>
              </a:avLst>
            </a:prstGeom>
            <a:ln w="12700">
              <a:gradFill flip="none" rotWithShape="1">
                <a:gsLst>
                  <a:gs pos="0">
                    <a:srgbClr val="FA4500">
                      <a:alpha val="0"/>
                    </a:srgbClr>
                  </a:gs>
                  <a:gs pos="52000">
                    <a:srgbClr val="FA4500"/>
                  </a:gs>
                </a:gsLst>
                <a:lin ang="1980000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</p:grpSp>
      <p:pic>
        <p:nvPicPr>
          <p:cNvPr id="18" name="图片占位符 10">
            <a:extLst>
              <a:ext uri="{FF2B5EF4-FFF2-40B4-BE49-F238E27FC236}">
                <a16:creationId xmlns:a16="http://schemas.microsoft.com/office/drawing/2014/main" id="{5AE313E2-EE87-B70D-DE4A-F7C1B7FEAD7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57" t="189" r="7941" b="189"/>
          <a:stretch>
            <a:fillRect/>
          </a:stretch>
        </p:blipFill>
        <p:spPr>
          <a:xfrm>
            <a:off x="1084668" y="1138821"/>
            <a:ext cx="8621609" cy="4968945"/>
          </a:xfrm>
          <a:prstGeom prst="rect">
            <a:avLst/>
          </a:prstGeom>
        </p:spPr>
      </p:pic>
      <p:pic>
        <p:nvPicPr>
          <p:cNvPr id="28" name="išḷîḍê">
            <a:extLst>
              <a:ext uri="{FF2B5EF4-FFF2-40B4-BE49-F238E27FC236}">
                <a16:creationId xmlns:a16="http://schemas.microsoft.com/office/drawing/2014/main" id="{F1842E33-246F-57E5-D460-66890E744E6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30" name="íṥḻiḍé">
            <a:extLst>
              <a:ext uri="{FF2B5EF4-FFF2-40B4-BE49-F238E27FC236}">
                <a16:creationId xmlns:a16="http://schemas.microsoft.com/office/drawing/2014/main" id="{625C0496-B9AE-F72D-3D8A-9169B84EE89F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31" name="íṥļïdè">
            <a:extLst>
              <a:ext uri="{FF2B5EF4-FFF2-40B4-BE49-F238E27FC236}">
                <a16:creationId xmlns:a16="http://schemas.microsoft.com/office/drawing/2014/main" id="{A49C7031-0E20-7BBC-8DC6-ABBC27DEFA1A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PRODUCED BY MK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B3ADE853-A436-431A-B181-7498BB681910}"/>
              </a:ext>
            </a:extLst>
          </p:cNvPr>
          <p:cNvSpPr txBox="1">
            <a:spLocks/>
          </p:cNvSpPr>
          <p:nvPr/>
        </p:nvSpPr>
        <p:spPr>
          <a:xfrm>
            <a:off x="1379454" y="220846"/>
            <a:ext cx="37032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Challenge Coin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17EF63C7-5C25-BD8D-0998-E8094FF3B410}"/>
              </a:ext>
            </a:extLst>
          </p:cNvPr>
          <p:cNvSpPr txBox="1">
            <a:spLocks/>
          </p:cNvSpPr>
          <p:nvPr/>
        </p:nvSpPr>
        <p:spPr>
          <a:xfrm>
            <a:off x="1379454" y="788333"/>
            <a:ext cx="4331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Regarding customized products, we can provide: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FFD0054-159F-1831-08B3-BC700A8B6470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15" y="970554"/>
            <a:ext cx="2471614" cy="263090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C87F3D5-8FBF-A654-D749-366E204D0486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766" y="3210747"/>
            <a:ext cx="2471614" cy="2645574"/>
          </a:xfrm>
          <a:prstGeom prst="rect">
            <a:avLst/>
          </a:prstGeom>
        </p:spPr>
      </p:pic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2750671-FDCD-45C8-0498-BF47AA6646DB}"/>
              </a:ext>
            </a:extLst>
          </p:cNvPr>
          <p:cNvCxnSpPr>
            <a:cxnSpLocks/>
          </p:cNvCxnSpPr>
          <p:nvPr/>
        </p:nvCxnSpPr>
        <p:spPr>
          <a:xfrm flipH="1">
            <a:off x="2478263" y="1844967"/>
            <a:ext cx="10614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6D79DBE-921C-95BB-BE85-C8C78FB18713}"/>
              </a:ext>
            </a:extLst>
          </p:cNvPr>
          <p:cNvCxnSpPr>
            <a:cxnSpLocks/>
          </p:cNvCxnSpPr>
          <p:nvPr/>
        </p:nvCxnSpPr>
        <p:spPr>
          <a:xfrm>
            <a:off x="2736263" y="2452454"/>
            <a:ext cx="8034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FCA9116-6B32-2B19-FD6B-E5DCF4A56224}"/>
              </a:ext>
            </a:extLst>
          </p:cNvPr>
          <p:cNvCxnSpPr>
            <a:cxnSpLocks/>
          </p:cNvCxnSpPr>
          <p:nvPr/>
        </p:nvCxnSpPr>
        <p:spPr>
          <a:xfrm flipH="1">
            <a:off x="2322468" y="3293149"/>
            <a:ext cx="12299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9BC2EC1-2B40-17AD-7A77-911FFE18F993}"/>
              </a:ext>
            </a:extLst>
          </p:cNvPr>
          <p:cNvCxnSpPr>
            <a:cxnSpLocks/>
          </p:cNvCxnSpPr>
          <p:nvPr/>
        </p:nvCxnSpPr>
        <p:spPr>
          <a:xfrm>
            <a:off x="2322468" y="5366130"/>
            <a:ext cx="12172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8787C2FA-5BA9-8A42-BD01-D7631FE8813B}"/>
              </a:ext>
            </a:extLst>
          </p:cNvPr>
          <p:cNvSpPr txBox="1">
            <a:spLocks/>
          </p:cNvSpPr>
          <p:nvPr/>
        </p:nvSpPr>
        <p:spPr>
          <a:xfrm flipH="1">
            <a:off x="3543300" y="1625491"/>
            <a:ext cx="34417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Craft: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Soft enamel, UV printing, etc.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21E66F9-16AB-8E35-DC99-D53BE879D8F2}"/>
              </a:ext>
            </a:extLst>
          </p:cNvPr>
          <p:cNvSpPr txBox="1">
            <a:spLocks/>
          </p:cNvSpPr>
          <p:nvPr/>
        </p:nvSpPr>
        <p:spPr>
          <a:xfrm flipH="1">
            <a:off x="3592004" y="2281057"/>
            <a:ext cx="3882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Plating: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Gold, Silver, Bronze, Antique finished, etc.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49727C4-D79B-5A9C-FFB2-BAF574EA640F}"/>
              </a:ext>
            </a:extLst>
          </p:cNvPr>
          <p:cNvSpPr txBox="1">
            <a:spLocks/>
          </p:cNvSpPr>
          <p:nvPr/>
        </p:nvSpPr>
        <p:spPr>
          <a:xfrm flipH="1">
            <a:off x="3592004" y="3013414"/>
            <a:ext cx="4331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Edge: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</a:rPr>
              <a:t>flat, reeded, diamond cut, or wave cut</a:t>
            </a:r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, etc.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F4A78FF-C6B1-9B85-46BB-30F178616B74}"/>
              </a:ext>
            </a:extLst>
          </p:cNvPr>
          <p:cNvSpPr txBox="1">
            <a:spLocks/>
          </p:cNvSpPr>
          <p:nvPr/>
        </p:nvSpPr>
        <p:spPr>
          <a:xfrm flipH="1">
            <a:off x="3592004" y="5104520"/>
            <a:ext cx="44587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Numbering: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Laser engraved sequential numbers, Metal raised, etc.</a:t>
            </a:r>
            <a:r>
              <a:rPr lang="zh-CN" altLang="en-US" sz="1400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8171E6F5-DC60-1271-9A27-4DB0858C4EA2}"/>
              </a:ext>
            </a:extLst>
          </p:cNvPr>
          <p:cNvCxnSpPr>
            <a:cxnSpLocks/>
          </p:cNvCxnSpPr>
          <p:nvPr/>
        </p:nvCxnSpPr>
        <p:spPr>
          <a:xfrm flipH="1">
            <a:off x="2628900" y="4533534"/>
            <a:ext cx="91079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7B2DE8D3-E827-376A-1BF0-7267C8A00CCC}"/>
              </a:ext>
            </a:extLst>
          </p:cNvPr>
          <p:cNvSpPr txBox="1">
            <a:spLocks/>
          </p:cNvSpPr>
          <p:nvPr/>
        </p:nvSpPr>
        <p:spPr>
          <a:xfrm flipH="1">
            <a:off x="3592004" y="4298899"/>
            <a:ext cx="35419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Back:</a:t>
            </a:r>
            <a:r>
              <a:rPr lang="zh-CN" altLang="en-US" sz="1400" b="1" dirty="0">
                <a:latin typeface="Inter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zh-CN" sz="1400" b="1" dirty="0"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  <a:p>
            <a:r>
              <a:rPr lang="en-US" altLang="zh-CN" sz="1400" dirty="0"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Independent reverse design with precise 180° alignment.</a:t>
            </a:r>
            <a:endParaRPr lang="zh-CN" altLang="en-US" sz="1400" dirty="0">
              <a:latin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55" name="Rectangle 27">
            <a:extLst>
              <a:ext uri="{FF2B5EF4-FFF2-40B4-BE49-F238E27FC236}">
                <a16:creationId xmlns:a16="http://schemas.microsoft.com/office/drawing/2014/main" id="{63F0A453-198B-0F96-4B38-6A853E495C46}"/>
              </a:ext>
            </a:extLst>
          </p:cNvPr>
          <p:cNvSpPr>
            <a:spLocks/>
          </p:cNvSpPr>
          <p:nvPr/>
        </p:nvSpPr>
        <p:spPr>
          <a:xfrm>
            <a:off x="8564026" y="3094923"/>
            <a:ext cx="1437819" cy="4001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Create as you </a:t>
            </a:r>
          </a:p>
          <a:p>
            <a:pPr algn="ctr"/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Open Sans" panose="020B0606030504020204" pitchFamily="34" charset="0"/>
              </a:rPr>
              <a:t>wish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B053D7B8-DF8B-C7A5-17B9-27DB08CBD76F}"/>
              </a:ext>
            </a:extLst>
          </p:cNvPr>
          <p:cNvSpPr>
            <a:spLocks/>
          </p:cNvSpPr>
          <p:nvPr/>
        </p:nvSpPr>
        <p:spPr>
          <a:xfrm>
            <a:off x="7236373" y="3493313"/>
            <a:ext cx="3870959" cy="148948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24">
            <a:extLst>
              <a:ext uri="{FF2B5EF4-FFF2-40B4-BE49-F238E27FC236}">
                <a16:creationId xmlns:a16="http://schemas.microsoft.com/office/drawing/2014/main" id="{3E5DA64F-16C1-95FA-9771-46F928D72FA2}"/>
              </a:ext>
            </a:extLst>
          </p:cNvPr>
          <p:cNvSpPr txBox="1">
            <a:spLocks/>
          </p:cNvSpPr>
          <p:nvPr/>
        </p:nvSpPr>
        <p:spPr>
          <a:xfrm>
            <a:off x="7338813" y="3916815"/>
            <a:ext cx="3666077" cy="646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Montserrat" pitchFamily="2" charset="0"/>
              </a:rPr>
              <a:t>Ready to start? Contact us for a free virtual proof.</a:t>
            </a:r>
            <a:endParaRPr lang="en-US" dirty="0">
              <a:solidFill>
                <a:schemeClr val="bg1"/>
              </a:solidFill>
              <a:latin typeface="Montserra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îṩlíḑè">
            <a:extLst>
              <a:ext uri="{FF2B5EF4-FFF2-40B4-BE49-F238E27FC236}">
                <a16:creationId xmlns:a16="http://schemas.microsoft.com/office/drawing/2014/main" id="{A66E7717-1BCE-4EE4-CEBC-25A382002B1A}"/>
              </a:ext>
            </a:extLst>
          </p:cNvPr>
          <p:cNvSpPr>
            <a:spLocks/>
          </p:cNvSpPr>
          <p:nvPr/>
        </p:nvSpPr>
        <p:spPr>
          <a:xfrm>
            <a:off x="11677650" y="369917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2" name="iṥḷídè">
            <a:extLst>
              <a:ext uri="{FF2B5EF4-FFF2-40B4-BE49-F238E27FC236}">
                <a16:creationId xmlns:a16="http://schemas.microsoft.com/office/drawing/2014/main" id="{75341F08-6D1E-4067-53C1-8C7EB5364D92}"/>
              </a:ext>
            </a:extLst>
          </p:cNvPr>
          <p:cNvSpPr>
            <a:spLocks/>
          </p:cNvSpPr>
          <p:nvPr/>
        </p:nvSpPr>
        <p:spPr>
          <a:xfrm>
            <a:off x="11677650" y="3099536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2" name="í$ḻïḋê">
            <a:extLst>
              <a:ext uri="{FF2B5EF4-FFF2-40B4-BE49-F238E27FC236}">
                <a16:creationId xmlns:a16="http://schemas.microsoft.com/office/drawing/2014/main" id="{0EDEE06A-DCFE-AFDE-EA65-340BE617F057}"/>
              </a:ext>
            </a:extLst>
          </p:cNvPr>
          <p:cNvSpPr>
            <a:spLocks/>
          </p:cNvSpPr>
          <p:nvPr/>
        </p:nvSpPr>
        <p:spPr>
          <a:xfrm>
            <a:off x="11677650" y="3517315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3" name="îŝḷíḍê">
            <a:extLst>
              <a:ext uri="{FF2B5EF4-FFF2-40B4-BE49-F238E27FC236}">
                <a16:creationId xmlns:a16="http://schemas.microsoft.com/office/drawing/2014/main" id="{77C3EB3F-83E7-4D5C-049C-F38D4F9289BD}"/>
              </a:ext>
            </a:extLst>
          </p:cNvPr>
          <p:cNvSpPr>
            <a:spLocks/>
          </p:cNvSpPr>
          <p:nvPr/>
        </p:nvSpPr>
        <p:spPr>
          <a:xfrm>
            <a:off x="11677650" y="3295600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8" name="îşḻíďê">
            <a:extLst>
              <a:ext uri="{FF2B5EF4-FFF2-40B4-BE49-F238E27FC236}">
                <a16:creationId xmlns:a16="http://schemas.microsoft.com/office/drawing/2014/main" id="{37AE1AAD-143F-AFFA-1C3D-F07136ACE4E8}"/>
              </a:ext>
            </a:extLst>
          </p:cNvPr>
          <p:cNvSpPr>
            <a:spLocks/>
          </p:cNvSpPr>
          <p:nvPr/>
        </p:nvSpPr>
        <p:spPr>
          <a:xfrm>
            <a:off x="11677650" y="3328883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216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228D34B2-35EC-285E-D833-344FFF754A9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sp>
        <p:nvSpPr>
          <p:cNvPr id="3" name="îṩlíḑè">
            <a:extLst>
              <a:ext uri="{FF2B5EF4-FFF2-40B4-BE49-F238E27FC236}">
                <a16:creationId xmlns:a16="http://schemas.microsoft.com/office/drawing/2014/main" id="{81F6ECC3-A4B0-4A9E-F48D-7410D21220E7}"/>
              </a:ext>
            </a:extLst>
          </p:cNvPr>
          <p:cNvSpPr>
            <a:spLocks/>
          </p:cNvSpPr>
          <p:nvPr/>
        </p:nvSpPr>
        <p:spPr>
          <a:xfrm>
            <a:off x="10115550" y="3048057"/>
            <a:ext cx="52024" cy="3920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5" name="iṥḷídè">
            <a:extLst>
              <a:ext uri="{FF2B5EF4-FFF2-40B4-BE49-F238E27FC236}">
                <a16:creationId xmlns:a16="http://schemas.microsoft.com/office/drawing/2014/main" id="{6C680859-F87D-27CF-D748-2E34AFDD35E3}"/>
              </a:ext>
            </a:extLst>
          </p:cNvPr>
          <p:cNvSpPr>
            <a:spLocks/>
          </p:cNvSpPr>
          <p:nvPr/>
        </p:nvSpPr>
        <p:spPr>
          <a:xfrm>
            <a:off x="10115550" y="2964817"/>
            <a:ext cx="52024" cy="3920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í$ḻïḋê">
            <a:extLst>
              <a:ext uri="{FF2B5EF4-FFF2-40B4-BE49-F238E27FC236}">
                <a16:creationId xmlns:a16="http://schemas.microsoft.com/office/drawing/2014/main" id="{B605D2C0-A1A7-B995-57B8-0E08EF50AB35}"/>
              </a:ext>
            </a:extLst>
          </p:cNvPr>
          <p:cNvSpPr>
            <a:spLocks/>
          </p:cNvSpPr>
          <p:nvPr/>
        </p:nvSpPr>
        <p:spPr>
          <a:xfrm>
            <a:off x="10115550" y="2828388"/>
            <a:ext cx="52024" cy="39204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8" name="îŝḷíḍê">
            <a:extLst>
              <a:ext uri="{FF2B5EF4-FFF2-40B4-BE49-F238E27FC236}">
                <a16:creationId xmlns:a16="http://schemas.microsoft.com/office/drawing/2014/main" id="{54136ADC-6F2C-8446-F7BA-2439C39AB10F}"/>
              </a:ext>
            </a:extLst>
          </p:cNvPr>
          <p:cNvSpPr>
            <a:spLocks/>
          </p:cNvSpPr>
          <p:nvPr/>
        </p:nvSpPr>
        <p:spPr>
          <a:xfrm>
            <a:off x="10115550" y="2710754"/>
            <a:ext cx="52024" cy="39204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îşḻíďê">
            <a:extLst>
              <a:ext uri="{FF2B5EF4-FFF2-40B4-BE49-F238E27FC236}">
                <a16:creationId xmlns:a16="http://schemas.microsoft.com/office/drawing/2014/main" id="{2E3FF4A5-A6CA-CAED-CC71-679BC317E50D}"/>
              </a:ext>
            </a:extLst>
          </p:cNvPr>
          <p:cNvSpPr>
            <a:spLocks/>
          </p:cNvSpPr>
          <p:nvPr/>
        </p:nvSpPr>
        <p:spPr>
          <a:xfrm>
            <a:off x="10115550" y="2728413"/>
            <a:ext cx="52024" cy="117701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" name="íŝľïḋé">
            <a:extLst>
              <a:ext uri="{FF2B5EF4-FFF2-40B4-BE49-F238E27FC236}">
                <a16:creationId xmlns:a16="http://schemas.microsoft.com/office/drawing/2014/main" id="{4A660A1F-8CFA-9CE7-A23C-DD3A8D56927A}"/>
              </a:ext>
            </a:extLst>
          </p:cNvPr>
          <p:cNvSpPr txBox="1">
            <a:spLocks/>
          </p:cNvSpPr>
          <p:nvPr/>
        </p:nvSpPr>
        <p:spPr>
          <a:xfrm>
            <a:off x="9084431" y="5540222"/>
            <a:ext cx="877896" cy="106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700" dirty="0">
                <a:solidFill>
                  <a:srgbClr val="FA4500"/>
                </a:solidFill>
                <a:latin typeface="阿里巴巴普惠体 Light" panose="00020600040101010101" pitchFamily="18" charset="-122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     05</a:t>
            </a:r>
          </a:p>
        </p:txBody>
      </p:sp>
      <p:sp>
        <p:nvSpPr>
          <p:cNvPr id="17" name="išḷíḋè">
            <a:extLst>
              <a:ext uri="{FF2B5EF4-FFF2-40B4-BE49-F238E27FC236}">
                <a16:creationId xmlns:a16="http://schemas.microsoft.com/office/drawing/2014/main" id="{A80678D1-18B1-3E25-5EA1-D8C02842C1BC}"/>
              </a:ext>
            </a:extLst>
          </p:cNvPr>
          <p:cNvSpPr>
            <a:spLocks/>
          </p:cNvSpPr>
          <p:nvPr/>
        </p:nvSpPr>
        <p:spPr>
          <a:xfrm rot="3600000">
            <a:off x="9775582" y="5468448"/>
            <a:ext cx="190346" cy="249688"/>
          </a:xfrm>
          <a:prstGeom prst="arc">
            <a:avLst>
              <a:gd name="adj1" fmla="val 9301497"/>
              <a:gd name="adj2" fmla="val 5421245"/>
            </a:avLst>
          </a:prstGeom>
          <a:ln w="12700">
            <a:gradFill flip="none" rotWithShape="1">
              <a:gsLst>
                <a:gs pos="0">
                  <a:srgbClr val="FA4500">
                    <a:alpha val="0"/>
                  </a:srgbClr>
                </a:gs>
                <a:gs pos="52000">
                  <a:srgbClr val="FA4500"/>
                </a:gs>
              </a:gsLst>
              <a:lin ang="19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pic>
        <p:nvPicPr>
          <p:cNvPr id="19" name="PA-图片 103" descr="近代科学革命：伽利略如何改变西方的世界观_历史频道_新浪网">
            <a:extLst>
              <a:ext uri="{FF2B5EF4-FFF2-40B4-BE49-F238E27FC236}">
                <a16:creationId xmlns:a16="http://schemas.microsoft.com/office/drawing/2014/main" id="{5F03FB04-5189-506A-E70E-6A0DBA574415}"/>
              </a:ext>
            </a:extLst>
          </p:cNvPr>
          <p:cNvPicPr>
            <a:picLocks noChangeArrowheads="1"/>
          </p:cNvPicPr>
          <p:nvPr>
            <p:custDataLst>
              <p:tags r:id="rId1"/>
            </p:custDataLst>
          </p:nvPr>
        </p:nvPicPr>
        <p:blipFill>
          <a:blip r:embed="rId8">
            <a:alphaModFix amt="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071" t="3041" r="7478" b="20803"/>
          <a:stretch>
            <a:fillRect/>
          </a:stretch>
        </p:blipFill>
        <p:spPr bwMode="auto">
          <a:xfrm>
            <a:off x="9833375" y="4951052"/>
            <a:ext cx="1463275" cy="1697398"/>
          </a:xfrm>
          <a:custGeom>
            <a:avLst/>
            <a:gdLst>
              <a:gd name="connsiteX0" fmla="*/ 1039171 w 2078342"/>
              <a:gd name="connsiteY0" fmla="*/ 0 h 2410876"/>
              <a:gd name="connsiteX1" fmla="*/ 2078342 w 2078342"/>
              <a:gd name="connsiteY1" fmla="*/ 617122 h 2410876"/>
              <a:gd name="connsiteX2" fmla="*/ 2078342 w 2078342"/>
              <a:gd name="connsiteY2" fmla="*/ 1793754 h 2410876"/>
              <a:gd name="connsiteX3" fmla="*/ 1039171 w 2078342"/>
              <a:gd name="connsiteY3" fmla="*/ 2410876 h 2410876"/>
              <a:gd name="connsiteX4" fmla="*/ 0 w 2078342"/>
              <a:gd name="connsiteY4" fmla="*/ 1793754 h 2410876"/>
              <a:gd name="connsiteX5" fmla="*/ 0 w 2078342"/>
              <a:gd name="connsiteY5" fmla="*/ 617122 h 241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78342" h="2410876">
                <a:moveTo>
                  <a:pt x="1039171" y="0"/>
                </a:moveTo>
                <a:lnTo>
                  <a:pt x="2078342" y="617122"/>
                </a:lnTo>
                <a:lnTo>
                  <a:pt x="2078342" y="1793754"/>
                </a:lnTo>
                <a:lnTo>
                  <a:pt x="1039171" y="2410876"/>
                </a:lnTo>
                <a:lnTo>
                  <a:pt x="0" y="1793754"/>
                </a:lnTo>
                <a:lnTo>
                  <a:pt x="0" y="617122"/>
                </a:lnTo>
                <a:close/>
              </a:path>
            </a:pathLst>
          </a:custGeom>
          <a:solidFill>
            <a:schemeClr val="bg1">
              <a:alpha val="25000"/>
            </a:schemeClr>
          </a:solidFill>
          <a:ln w="22225">
            <a:solidFill>
              <a:schemeClr val="bg1">
                <a:alpha val="54000"/>
              </a:schemeClr>
            </a:solidFill>
          </a:ln>
        </p:spPr>
      </p:pic>
      <p:pic>
        <p:nvPicPr>
          <p:cNvPr id="20" name="PA-图片 103" descr="近代科学革命：伽利略如何改变西方的世界观_历史频道_新浪网">
            <a:extLst>
              <a:ext uri="{FF2B5EF4-FFF2-40B4-BE49-F238E27FC236}">
                <a16:creationId xmlns:a16="http://schemas.microsoft.com/office/drawing/2014/main" id="{60CFDB9E-AACA-79DB-8F09-B478B311A70A}"/>
              </a:ext>
            </a:extLst>
          </p:cNvPr>
          <p:cNvPicPr>
            <a:picLocks noChangeArrowheads="1"/>
          </p:cNvPicPr>
          <p:nvPr>
            <p:custDataLst>
              <p:tags r:id="rId2"/>
            </p:custDataLst>
          </p:nvPr>
        </p:nvPicPr>
        <p:blipFill>
          <a:blip r:embed="rId8">
            <a:alphaModFix amt="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071" t="3041" r="7478" b="20803"/>
          <a:stretch>
            <a:fillRect/>
          </a:stretch>
        </p:blipFill>
        <p:spPr bwMode="auto">
          <a:xfrm>
            <a:off x="9661925" y="705670"/>
            <a:ext cx="1463275" cy="1697398"/>
          </a:xfrm>
          <a:custGeom>
            <a:avLst/>
            <a:gdLst>
              <a:gd name="connsiteX0" fmla="*/ 1039171 w 2078342"/>
              <a:gd name="connsiteY0" fmla="*/ 0 h 2410876"/>
              <a:gd name="connsiteX1" fmla="*/ 2078342 w 2078342"/>
              <a:gd name="connsiteY1" fmla="*/ 617122 h 2410876"/>
              <a:gd name="connsiteX2" fmla="*/ 2078342 w 2078342"/>
              <a:gd name="connsiteY2" fmla="*/ 1793754 h 2410876"/>
              <a:gd name="connsiteX3" fmla="*/ 1039171 w 2078342"/>
              <a:gd name="connsiteY3" fmla="*/ 2410876 h 2410876"/>
              <a:gd name="connsiteX4" fmla="*/ 0 w 2078342"/>
              <a:gd name="connsiteY4" fmla="*/ 1793754 h 2410876"/>
              <a:gd name="connsiteX5" fmla="*/ 0 w 2078342"/>
              <a:gd name="connsiteY5" fmla="*/ 617122 h 241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78342" h="2410876">
                <a:moveTo>
                  <a:pt x="1039171" y="0"/>
                </a:moveTo>
                <a:lnTo>
                  <a:pt x="2078342" y="617122"/>
                </a:lnTo>
                <a:lnTo>
                  <a:pt x="2078342" y="1793754"/>
                </a:lnTo>
                <a:lnTo>
                  <a:pt x="1039171" y="2410876"/>
                </a:lnTo>
                <a:lnTo>
                  <a:pt x="0" y="1793754"/>
                </a:lnTo>
                <a:lnTo>
                  <a:pt x="0" y="617122"/>
                </a:lnTo>
                <a:close/>
              </a:path>
            </a:pathLst>
          </a:custGeom>
          <a:solidFill>
            <a:schemeClr val="bg1">
              <a:alpha val="25000"/>
            </a:schemeClr>
          </a:solidFill>
          <a:ln w="22225">
            <a:solidFill>
              <a:schemeClr val="bg1">
                <a:alpha val="54000"/>
              </a:schemeClr>
            </a:solidFill>
          </a:ln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D0B65F1-6792-F8C7-806C-9A3C2F05E637}"/>
              </a:ext>
            </a:extLst>
          </p:cNvPr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5" r="16625"/>
          <a:stretch/>
        </p:blipFill>
        <p:spPr bwMode="auto">
          <a:xfrm>
            <a:off x="9315668" y="4165342"/>
            <a:ext cx="1916393" cy="2223016"/>
          </a:xfrm>
          <a:custGeom>
            <a:avLst/>
            <a:gdLst>
              <a:gd name="connsiteX0" fmla="*/ 1360961 w 2721922"/>
              <a:gd name="connsiteY0" fmla="*/ 0 h 3157430"/>
              <a:gd name="connsiteX1" fmla="*/ 2721922 w 2721922"/>
              <a:gd name="connsiteY1" fmla="*/ 808221 h 3157430"/>
              <a:gd name="connsiteX2" fmla="*/ 2721922 w 2721922"/>
              <a:gd name="connsiteY2" fmla="*/ 2349209 h 3157430"/>
              <a:gd name="connsiteX3" fmla="*/ 1360961 w 2721922"/>
              <a:gd name="connsiteY3" fmla="*/ 3157430 h 3157430"/>
              <a:gd name="connsiteX4" fmla="*/ 0 w 2721922"/>
              <a:gd name="connsiteY4" fmla="*/ 2349209 h 3157430"/>
              <a:gd name="connsiteX5" fmla="*/ 0 w 2721922"/>
              <a:gd name="connsiteY5" fmla="*/ 808221 h 3157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1922" h="3157430">
                <a:moveTo>
                  <a:pt x="1360961" y="0"/>
                </a:moveTo>
                <a:lnTo>
                  <a:pt x="2721922" y="808221"/>
                </a:lnTo>
                <a:lnTo>
                  <a:pt x="2721922" y="2349209"/>
                </a:lnTo>
                <a:lnTo>
                  <a:pt x="1360961" y="3157430"/>
                </a:lnTo>
                <a:lnTo>
                  <a:pt x="0" y="2349209"/>
                </a:lnTo>
                <a:lnTo>
                  <a:pt x="0" y="808221"/>
                </a:lnTo>
                <a:close/>
              </a:path>
            </a:pathLst>
          </a:custGeom>
          <a:ln w="31750">
            <a:gradFill>
              <a:gsLst>
                <a:gs pos="0">
                  <a:schemeClr val="bg1">
                    <a:lumMod val="85000"/>
                    <a:alpha val="66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</a:ln>
          <a:effectLst>
            <a:outerShdw blurRad="419100" dist="190500" dir="2700000" sx="98000" sy="98000" algn="tl" rotWithShape="0">
              <a:schemeClr val="bg1">
                <a:lumMod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六边形 21">
            <a:extLst>
              <a:ext uri="{FF2B5EF4-FFF2-40B4-BE49-F238E27FC236}">
                <a16:creationId xmlns:a16="http://schemas.microsoft.com/office/drawing/2014/main" id="{E92B5F2E-6670-ADE5-5096-1DAC0C92F522}"/>
              </a:ext>
            </a:extLst>
          </p:cNvPr>
          <p:cNvSpPr>
            <a:spLocks/>
          </p:cNvSpPr>
          <p:nvPr/>
        </p:nvSpPr>
        <p:spPr>
          <a:xfrm rot="5400000">
            <a:off x="4363044" y="607371"/>
            <a:ext cx="1675211" cy="1916395"/>
          </a:xfrm>
          <a:prstGeom prst="hexagon">
            <a:avLst>
              <a:gd name="adj" fmla="val 29693"/>
              <a:gd name="vf" fmla="val 115470"/>
            </a:avLst>
          </a:prstGeom>
          <a:solidFill>
            <a:schemeClr val="bg1">
              <a:alpha val="41000"/>
            </a:schemeClr>
          </a:solidFill>
          <a:ln w="22225">
            <a:solidFill>
              <a:schemeClr val="bg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pic>
        <p:nvPicPr>
          <p:cNvPr id="23" name="PA-图片 103" descr="近代科学革命：伽利略如何改变西方的世界观_历史频道_新浪网">
            <a:extLst>
              <a:ext uri="{FF2B5EF4-FFF2-40B4-BE49-F238E27FC236}">
                <a16:creationId xmlns:a16="http://schemas.microsoft.com/office/drawing/2014/main" id="{6648C000-2DD6-A1EC-B04A-8F1A56A74D88}"/>
              </a:ext>
            </a:extLst>
          </p:cNvPr>
          <p:cNvPicPr>
            <a:picLocks noChangeArrowheads="1"/>
          </p:cNvPicPr>
          <p:nvPr>
            <p:custDataLst>
              <p:tags r:id="rId3"/>
            </p:custDataLst>
          </p:nvPr>
        </p:nvPicPr>
        <p:blipFill>
          <a:blip r:embed="rId8">
            <a:alphaModFix amt="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071" t="3041" r="7478" b="20803"/>
          <a:stretch>
            <a:fillRect/>
          </a:stretch>
        </p:blipFill>
        <p:spPr bwMode="auto">
          <a:xfrm>
            <a:off x="6452216" y="-209550"/>
            <a:ext cx="1463275" cy="1697398"/>
          </a:xfrm>
          <a:custGeom>
            <a:avLst/>
            <a:gdLst>
              <a:gd name="connsiteX0" fmla="*/ 1039171 w 2078342"/>
              <a:gd name="connsiteY0" fmla="*/ 0 h 2410876"/>
              <a:gd name="connsiteX1" fmla="*/ 2078342 w 2078342"/>
              <a:gd name="connsiteY1" fmla="*/ 617122 h 2410876"/>
              <a:gd name="connsiteX2" fmla="*/ 2078342 w 2078342"/>
              <a:gd name="connsiteY2" fmla="*/ 1793754 h 2410876"/>
              <a:gd name="connsiteX3" fmla="*/ 1039171 w 2078342"/>
              <a:gd name="connsiteY3" fmla="*/ 2410876 h 2410876"/>
              <a:gd name="connsiteX4" fmla="*/ 0 w 2078342"/>
              <a:gd name="connsiteY4" fmla="*/ 1793754 h 2410876"/>
              <a:gd name="connsiteX5" fmla="*/ 0 w 2078342"/>
              <a:gd name="connsiteY5" fmla="*/ 617122 h 241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78342" h="2410876">
                <a:moveTo>
                  <a:pt x="1039171" y="0"/>
                </a:moveTo>
                <a:lnTo>
                  <a:pt x="2078342" y="617122"/>
                </a:lnTo>
                <a:lnTo>
                  <a:pt x="2078342" y="1793754"/>
                </a:lnTo>
                <a:lnTo>
                  <a:pt x="1039171" y="2410876"/>
                </a:lnTo>
                <a:lnTo>
                  <a:pt x="0" y="1793754"/>
                </a:lnTo>
                <a:lnTo>
                  <a:pt x="0" y="617122"/>
                </a:lnTo>
                <a:close/>
              </a:path>
            </a:pathLst>
          </a:custGeom>
          <a:solidFill>
            <a:schemeClr val="bg1">
              <a:alpha val="25000"/>
            </a:schemeClr>
          </a:solidFill>
          <a:ln w="22225">
            <a:solidFill>
              <a:schemeClr val="bg1">
                <a:alpha val="54000"/>
              </a:schemeClr>
            </a:solidFill>
          </a:ln>
        </p:spPr>
      </p:pic>
      <p:pic>
        <p:nvPicPr>
          <p:cNvPr id="24" name="PA-图片 103" descr="近代科学革命：伽利略如何改变西方的世界观_历史频道_新浪网">
            <a:extLst>
              <a:ext uri="{FF2B5EF4-FFF2-40B4-BE49-F238E27FC236}">
                <a16:creationId xmlns:a16="http://schemas.microsoft.com/office/drawing/2014/main" id="{CFBA1E6F-D1BA-EEA3-14B0-F6CD288C5719}"/>
              </a:ext>
            </a:extLst>
          </p:cNvPr>
          <p:cNvPicPr>
            <a:picLocks noChangeArrowheads="1"/>
          </p:cNvPicPr>
          <p:nvPr>
            <p:custDataLst>
              <p:tags r:id="rId4"/>
            </p:custDataLst>
          </p:nvPr>
        </p:nvPicPr>
        <p:blipFill>
          <a:blip r:embed="rId8">
            <a:alphaModFix amt="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071" t="3041" r="7478" b="20803"/>
          <a:stretch>
            <a:fillRect/>
          </a:stretch>
        </p:blipFill>
        <p:spPr bwMode="auto">
          <a:xfrm>
            <a:off x="4860031" y="4798027"/>
            <a:ext cx="1463275" cy="1697398"/>
          </a:xfrm>
          <a:custGeom>
            <a:avLst/>
            <a:gdLst>
              <a:gd name="connsiteX0" fmla="*/ 1039171 w 2078342"/>
              <a:gd name="connsiteY0" fmla="*/ 0 h 2410876"/>
              <a:gd name="connsiteX1" fmla="*/ 2078342 w 2078342"/>
              <a:gd name="connsiteY1" fmla="*/ 617122 h 2410876"/>
              <a:gd name="connsiteX2" fmla="*/ 2078342 w 2078342"/>
              <a:gd name="connsiteY2" fmla="*/ 1793754 h 2410876"/>
              <a:gd name="connsiteX3" fmla="*/ 1039171 w 2078342"/>
              <a:gd name="connsiteY3" fmla="*/ 2410876 h 2410876"/>
              <a:gd name="connsiteX4" fmla="*/ 0 w 2078342"/>
              <a:gd name="connsiteY4" fmla="*/ 1793754 h 2410876"/>
              <a:gd name="connsiteX5" fmla="*/ 0 w 2078342"/>
              <a:gd name="connsiteY5" fmla="*/ 617122 h 241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78342" h="2410876">
                <a:moveTo>
                  <a:pt x="1039171" y="0"/>
                </a:moveTo>
                <a:lnTo>
                  <a:pt x="2078342" y="617122"/>
                </a:lnTo>
                <a:lnTo>
                  <a:pt x="2078342" y="1793754"/>
                </a:lnTo>
                <a:lnTo>
                  <a:pt x="1039171" y="2410876"/>
                </a:lnTo>
                <a:lnTo>
                  <a:pt x="0" y="1793754"/>
                </a:lnTo>
                <a:lnTo>
                  <a:pt x="0" y="617122"/>
                </a:lnTo>
                <a:close/>
              </a:path>
            </a:pathLst>
          </a:custGeom>
          <a:solidFill>
            <a:schemeClr val="bg1">
              <a:alpha val="25000"/>
            </a:schemeClr>
          </a:solidFill>
          <a:ln w="22225">
            <a:noFill/>
          </a:ln>
        </p:spPr>
      </p:pic>
      <p:sp>
        <p:nvSpPr>
          <p:cNvPr id="25" name="六边形 24">
            <a:extLst>
              <a:ext uri="{FF2B5EF4-FFF2-40B4-BE49-F238E27FC236}">
                <a16:creationId xmlns:a16="http://schemas.microsoft.com/office/drawing/2014/main" id="{4A45419A-2136-8EE5-520C-10BFC2F9BD64}"/>
              </a:ext>
            </a:extLst>
          </p:cNvPr>
          <p:cNvSpPr>
            <a:spLocks/>
          </p:cNvSpPr>
          <p:nvPr/>
        </p:nvSpPr>
        <p:spPr>
          <a:xfrm rot="5400000">
            <a:off x="3354597" y="2452317"/>
            <a:ext cx="2422068" cy="2770778"/>
          </a:xfrm>
          <a:prstGeom prst="hexagon">
            <a:avLst>
              <a:gd name="adj" fmla="val 29693"/>
              <a:gd name="vf" fmla="val 115470"/>
            </a:avLst>
          </a:prstGeom>
          <a:solidFill>
            <a:schemeClr val="bg1">
              <a:alpha val="41000"/>
            </a:schemeClr>
          </a:solidFill>
          <a:ln w="22225">
            <a:solidFill>
              <a:schemeClr val="bg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31036FED-31C6-F77C-5224-01CB0413566B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69" r="14869"/>
          <a:stretch/>
        </p:blipFill>
        <p:spPr>
          <a:xfrm>
            <a:off x="6521826" y="2023032"/>
            <a:ext cx="1916393" cy="2223016"/>
          </a:xfrm>
          <a:custGeom>
            <a:avLst/>
            <a:gdLst>
              <a:gd name="connsiteX0" fmla="*/ 1360961 w 2721922"/>
              <a:gd name="connsiteY0" fmla="*/ 0 h 3157430"/>
              <a:gd name="connsiteX1" fmla="*/ 2721922 w 2721922"/>
              <a:gd name="connsiteY1" fmla="*/ 808221 h 3157430"/>
              <a:gd name="connsiteX2" fmla="*/ 2721922 w 2721922"/>
              <a:gd name="connsiteY2" fmla="*/ 2349209 h 3157430"/>
              <a:gd name="connsiteX3" fmla="*/ 1360961 w 2721922"/>
              <a:gd name="connsiteY3" fmla="*/ 3157430 h 3157430"/>
              <a:gd name="connsiteX4" fmla="*/ 0 w 2721922"/>
              <a:gd name="connsiteY4" fmla="*/ 2349209 h 3157430"/>
              <a:gd name="connsiteX5" fmla="*/ 0 w 2721922"/>
              <a:gd name="connsiteY5" fmla="*/ 808221 h 3157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1922" h="3157430">
                <a:moveTo>
                  <a:pt x="1360961" y="0"/>
                </a:moveTo>
                <a:lnTo>
                  <a:pt x="2721922" y="808221"/>
                </a:lnTo>
                <a:lnTo>
                  <a:pt x="2721922" y="2349209"/>
                </a:lnTo>
                <a:lnTo>
                  <a:pt x="1360961" y="3157430"/>
                </a:lnTo>
                <a:lnTo>
                  <a:pt x="0" y="2349209"/>
                </a:lnTo>
                <a:lnTo>
                  <a:pt x="0" y="808221"/>
                </a:lnTo>
                <a:close/>
              </a:path>
            </a:pathLst>
          </a:custGeom>
          <a:ln w="31750">
            <a:gradFill>
              <a:gsLst>
                <a:gs pos="0">
                  <a:schemeClr val="bg1">
                    <a:lumMod val="85000"/>
                    <a:alpha val="66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</a:ln>
          <a:effectLst>
            <a:outerShdw blurRad="419100" dist="190500" dir="2700000" sx="98000" sy="98000" algn="tl" rotWithShape="0">
              <a:schemeClr val="bg1">
                <a:lumMod val="50000"/>
              </a:schemeClr>
            </a:outerShdw>
          </a:effectLst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917B9A12-C307-5D8C-2D4E-3E3AC1984A7B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7" r="6897"/>
          <a:stretch/>
        </p:blipFill>
        <p:spPr>
          <a:xfrm>
            <a:off x="8553668" y="2099232"/>
            <a:ext cx="1916393" cy="2223016"/>
          </a:xfrm>
          <a:custGeom>
            <a:avLst/>
            <a:gdLst>
              <a:gd name="connsiteX0" fmla="*/ 1360961 w 2721922"/>
              <a:gd name="connsiteY0" fmla="*/ 0 h 3157430"/>
              <a:gd name="connsiteX1" fmla="*/ 2721922 w 2721922"/>
              <a:gd name="connsiteY1" fmla="*/ 808221 h 3157430"/>
              <a:gd name="connsiteX2" fmla="*/ 2721922 w 2721922"/>
              <a:gd name="connsiteY2" fmla="*/ 2349209 h 3157430"/>
              <a:gd name="connsiteX3" fmla="*/ 1360961 w 2721922"/>
              <a:gd name="connsiteY3" fmla="*/ 3157430 h 3157430"/>
              <a:gd name="connsiteX4" fmla="*/ 0 w 2721922"/>
              <a:gd name="connsiteY4" fmla="*/ 2349209 h 3157430"/>
              <a:gd name="connsiteX5" fmla="*/ 0 w 2721922"/>
              <a:gd name="connsiteY5" fmla="*/ 808221 h 3157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1922" h="3157430">
                <a:moveTo>
                  <a:pt x="1360961" y="0"/>
                </a:moveTo>
                <a:lnTo>
                  <a:pt x="2721922" y="808221"/>
                </a:lnTo>
                <a:lnTo>
                  <a:pt x="2721922" y="2349209"/>
                </a:lnTo>
                <a:lnTo>
                  <a:pt x="1360961" y="3157430"/>
                </a:lnTo>
                <a:lnTo>
                  <a:pt x="0" y="2349209"/>
                </a:lnTo>
                <a:lnTo>
                  <a:pt x="0" y="808221"/>
                </a:lnTo>
                <a:close/>
              </a:path>
            </a:pathLst>
          </a:custGeom>
          <a:ln w="31750">
            <a:gradFill>
              <a:gsLst>
                <a:gs pos="0">
                  <a:schemeClr val="bg1">
                    <a:lumMod val="85000"/>
                    <a:alpha val="66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</a:ln>
          <a:effectLst>
            <a:outerShdw blurRad="419100" dist="190500" dir="2700000" sx="98000" sy="98000" algn="tl" rotWithShape="0">
              <a:schemeClr val="bg1">
                <a:lumMod val="50000"/>
              </a:schemeClr>
            </a:outerShdw>
          </a:effectLst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31A35586-A5BB-7004-8AD2-6ECFA2818056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46" r="11146"/>
          <a:stretch/>
        </p:blipFill>
        <p:spPr>
          <a:xfrm>
            <a:off x="4400550" y="2026637"/>
            <a:ext cx="1916393" cy="2223016"/>
          </a:xfrm>
          <a:custGeom>
            <a:avLst/>
            <a:gdLst>
              <a:gd name="connsiteX0" fmla="*/ 1360961 w 2721922"/>
              <a:gd name="connsiteY0" fmla="*/ 0 h 3157430"/>
              <a:gd name="connsiteX1" fmla="*/ 2721922 w 2721922"/>
              <a:gd name="connsiteY1" fmla="*/ 808221 h 3157430"/>
              <a:gd name="connsiteX2" fmla="*/ 2721922 w 2721922"/>
              <a:gd name="connsiteY2" fmla="*/ 2349209 h 3157430"/>
              <a:gd name="connsiteX3" fmla="*/ 1360961 w 2721922"/>
              <a:gd name="connsiteY3" fmla="*/ 3157430 h 3157430"/>
              <a:gd name="connsiteX4" fmla="*/ 0 w 2721922"/>
              <a:gd name="connsiteY4" fmla="*/ 2349209 h 3157430"/>
              <a:gd name="connsiteX5" fmla="*/ 0 w 2721922"/>
              <a:gd name="connsiteY5" fmla="*/ 808221 h 3157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1922" h="3157430">
                <a:moveTo>
                  <a:pt x="1360961" y="0"/>
                </a:moveTo>
                <a:lnTo>
                  <a:pt x="2721922" y="808221"/>
                </a:lnTo>
                <a:lnTo>
                  <a:pt x="2721922" y="2349209"/>
                </a:lnTo>
                <a:lnTo>
                  <a:pt x="1360961" y="3157430"/>
                </a:lnTo>
                <a:lnTo>
                  <a:pt x="0" y="2349209"/>
                </a:lnTo>
                <a:lnTo>
                  <a:pt x="0" y="808221"/>
                </a:lnTo>
                <a:close/>
              </a:path>
            </a:pathLst>
          </a:custGeom>
          <a:ln w="31750">
            <a:gradFill>
              <a:gsLst>
                <a:gs pos="0">
                  <a:schemeClr val="bg1">
                    <a:lumMod val="85000"/>
                    <a:alpha val="66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</a:ln>
          <a:effectLst>
            <a:outerShdw blurRad="419100" dist="190500" dir="2700000" sx="98000" sy="98000" algn="tl" rotWithShape="0">
              <a:schemeClr val="bg1">
                <a:lumMod val="50000"/>
              </a:schemeClr>
            </a:outerShdw>
          </a:effectLst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492A0D7D-5064-55B5-101A-65379A2249DC}"/>
              </a:ext>
            </a:extLst>
          </p:cNvPr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1" r="4381"/>
          <a:stretch/>
        </p:blipFill>
        <p:spPr bwMode="auto">
          <a:xfrm>
            <a:off x="7548895" y="233095"/>
            <a:ext cx="1916393" cy="2223016"/>
          </a:xfrm>
          <a:custGeom>
            <a:avLst/>
            <a:gdLst>
              <a:gd name="connsiteX0" fmla="*/ 1360961 w 2721922"/>
              <a:gd name="connsiteY0" fmla="*/ 0 h 3157430"/>
              <a:gd name="connsiteX1" fmla="*/ 2721922 w 2721922"/>
              <a:gd name="connsiteY1" fmla="*/ 808221 h 3157430"/>
              <a:gd name="connsiteX2" fmla="*/ 2721922 w 2721922"/>
              <a:gd name="connsiteY2" fmla="*/ 2349209 h 3157430"/>
              <a:gd name="connsiteX3" fmla="*/ 1360961 w 2721922"/>
              <a:gd name="connsiteY3" fmla="*/ 3157430 h 3157430"/>
              <a:gd name="connsiteX4" fmla="*/ 0 w 2721922"/>
              <a:gd name="connsiteY4" fmla="*/ 2349209 h 3157430"/>
              <a:gd name="connsiteX5" fmla="*/ 0 w 2721922"/>
              <a:gd name="connsiteY5" fmla="*/ 808221 h 3157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1922" h="3157430">
                <a:moveTo>
                  <a:pt x="1360961" y="0"/>
                </a:moveTo>
                <a:lnTo>
                  <a:pt x="2721922" y="808221"/>
                </a:lnTo>
                <a:lnTo>
                  <a:pt x="2721922" y="2349209"/>
                </a:lnTo>
                <a:lnTo>
                  <a:pt x="1360961" y="3157430"/>
                </a:lnTo>
                <a:lnTo>
                  <a:pt x="0" y="2349209"/>
                </a:lnTo>
                <a:lnTo>
                  <a:pt x="0" y="808221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tx1">
                    <a:lumMod val="85000"/>
                    <a:lumOff val="15000"/>
                    <a:alpha val="94000"/>
                  </a:schemeClr>
                </a:gs>
              </a:gsLst>
              <a:lin ang="5400000" scaled="1"/>
            </a:gradFill>
          </a:ln>
          <a:effectLst>
            <a:outerShdw blurRad="419100" dist="190500" dir="2700000" sx="98000" sy="98000" algn="tl" rotWithShape="0">
              <a:schemeClr val="bg1">
                <a:lumMod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六边形 29">
            <a:extLst>
              <a:ext uri="{FF2B5EF4-FFF2-40B4-BE49-F238E27FC236}">
                <a16:creationId xmlns:a16="http://schemas.microsoft.com/office/drawing/2014/main" id="{636F9FC3-2EB1-8AB7-DF7B-6608441323C9}"/>
              </a:ext>
            </a:extLst>
          </p:cNvPr>
          <p:cNvSpPr>
            <a:spLocks/>
          </p:cNvSpPr>
          <p:nvPr/>
        </p:nvSpPr>
        <p:spPr>
          <a:xfrm rot="5400000">
            <a:off x="7403382" y="4852647"/>
            <a:ext cx="1675211" cy="1916395"/>
          </a:xfrm>
          <a:prstGeom prst="hexagon">
            <a:avLst>
              <a:gd name="adj" fmla="val 29693"/>
              <a:gd name="vf" fmla="val 115470"/>
            </a:avLst>
          </a:prstGeom>
          <a:solidFill>
            <a:schemeClr val="bg1">
              <a:alpha val="41000"/>
            </a:schemeClr>
          </a:solidFill>
          <a:ln w="22225">
            <a:solidFill>
              <a:schemeClr val="bg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5B3141F8-57B5-D4A8-B244-EDBACA67FB38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1" r="7341"/>
          <a:stretch/>
        </p:blipFill>
        <p:spPr>
          <a:xfrm>
            <a:off x="3802262" y="3978417"/>
            <a:ext cx="1463275" cy="1697398"/>
          </a:xfrm>
          <a:custGeom>
            <a:avLst/>
            <a:gdLst>
              <a:gd name="connsiteX0" fmla="*/ 1039171 w 2078342"/>
              <a:gd name="connsiteY0" fmla="*/ 0 h 2410876"/>
              <a:gd name="connsiteX1" fmla="*/ 2078342 w 2078342"/>
              <a:gd name="connsiteY1" fmla="*/ 617122 h 2410876"/>
              <a:gd name="connsiteX2" fmla="*/ 2078342 w 2078342"/>
              <a:gd name="connsiteY2" fmla="*/ 1793754 h 2410876"/>
              <a:gd name="connsiteX3" fmla="*/ 1039171 w 2078342"/>
              <a:gd name="connsiteY3" fmla="*/ 2410876 h 2410876"/>
              <a:gd name="connsiteX4" fmla="*/ 0 w 2078342"/>
              <a:gd name="connsiteY4" fmla="*/ 1793754 h 2410876"/>
              <a:gd name="connsiteX5" fmla="*/ 0 w 2078342"/>
              <a:gd name="connsiteY5" fmla="*/ 617122 h 241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78342" h="2410876">
                <a:moveTo>
                  <a:pt x="1039171" y="0"/>
                </a:moveTo>
                <a:lnTo>
                  <a:pt x="2078342" y="617122"/>
                </a:lnTo>
                <a:lnTo>
                  <a:pt x="2078342" y="1793754"/>
                </a:lnTo>
                <a:lnTo>
                  <a:pt x="1039171" y="2410876"/>
                </a:lnTo>
                <a:lnTo>
                  <a:pt x="0" y="1793754"/>
                </a:lnTo>
                <a:lnTo>
                  <a:pt x="0" y="617122"/>
                </a:lnTo>
                <a:close/>
              </a:path>
            </a:pathLst>
          </a:custGeom>
          <a:ln w="15875">
            <a:gradFill>
              <a:gsLst>
                <a:gs pos="0">
                  <a:schemeClr val="tx1">
                    <a:lumMod val="65000"/>
                    <a:lumOff val="35000"/>
                    <a:alpha val="67000"/>
                  </a:schemeClr>
                </a:gs>
                <a:gs pos="100000">
                  <a:schemeClr val="tx1">
                    <a:lumMod val="65000"/>
                    <a:lumOff val="35000"/>
                    <a:alpha val="63000"/>
                  </a:schemeClr>
                </a:gs>
              </a:gsLst>
              <a:lin ang="5400000" scaled="1"/>
            </a:gradFill>
          </a:ln>
          <a:effectLst>
            <a:outerShdw blurRad="419100" dist="190500" dir="2700000" sx="98000" sy="98000" algn="tl" rotWithShape="0">
              <a:schemeClr val="bg1">
                <a:lumMod val="50000"/>
              </a:schemeClr>
            </a:outerShdw>
          </a:effectLst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DC84DA5D-FE78-89C4-D9A1-87AED8EBABC2}"/>
              </a:ext>
            </a:extLst>
          </p:cNvPr>
          <p:cNvPicPr>
            <a:picLocks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3" r="4993"/>
          <a:stretch/>
        </p:blipFill>
        <p:spPr bwMode="auto">
          <a:xfrm>
            <a:off x="7737883" y="3802874"/>
            <a:ext cx="1463275" cy="1697398"/>
          </a:xfrm>
          <a:custGeom>
            <a:avLst/>
            <a:gdLst>
              <a:gd name="connsiteX0" fmla="*/ 1039171 w 2078342"/>
              <a:gd name="connsiteY0" fmla="*/ 0 h 2410876"/>
              <a:gd name="connsiteX1" fmla="*/ 2078342 w 2078342"/>
              <a:gd name="connsiteY1" fmla="*/ 617122 h 2410876"/>
              <a:gd name="connsiteX2" fmla="*/ 2078342 w 2078342"/>
              <a:gd name="connsiteY2" fmla="*/ 1793754 h 2410876"/>
              <a:gd name="connsiteX3" fmla="*/ 1039171 w 2078342"/>
              <a:gd name="connsiteY3" fmla="*/ 2410876 h 2410876"/>
              <a:gd name="connsiteX4" fmla="*/ 0 w 2078342"/>
              <a:gd name="connsiteY4" fmla="*/ 1793754 h 2410876"/>
              <a:gd name="connsiteX5" fmla="*/ 0 w 2078342"/>
              <a:gd name="connsiteY5" fmla="*/ 617122 h 241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78342" h="2410876">
                <a:moveTo>
                  <a:pt x="1039171" y="0"/>
                </a:moveTo>
                <a:lnTo>
                  <a:pt x="2078342" y="617122"/>
                </a:lnTo>
                <a:lnTo>
                  <a:pt x="2078342" y="1793754"/>
                </a:lnTo>
                <a:lnTo>
                  <a:pt x="1039171" y="2410876"/>
                </a:lnTo>
                <a:lnTo>
                  <a:pt x="0" y="1793754"/>
                </a:lnTo>
                <a:lnTo>
                  <a:pt x="0" y="617122"/>
                </a:lnTo>
                <a:close/>
              </a:path>
            </a:pathLst>
          </a:custGeom>
          <a:noFill/>
          <a:ln w="15875">
            <a:gradFill>
              <a:gsLst>
                <a:gs pos="0">
                  <a:schemeClr val="tx1">
                    <a:lumMod val="65000"/>
                    <a:lumOff val="35000"/>
                    <a:alpha val="67000"/>
                  </a:schemeClr>
                </a:gs>
                <a:gs pos="100000">
                  <a:schemeClr val="tx1">
                    <a:lumMod val="65000"/>
                    <a:lumOff val="35000"/>
                    <a:alpha val="63000"/>
                  </a:schemeClr>
                </a:gs>
              </a:gsLst>
              <a:lin ang="5400000" scaled="1"/>
            </a:gradFill>
          </a:ln>
          <a:effectLst>
            <a:outerShdw blurRad="419100" dist="190500" dir="2700000" sx="98000" sy="98000" algn="tl" rotWithShape="0">
              <a:schemeClr val="bg1">
                <a:lumMod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DA6F81E8-D3F4-3ABB-4488-419C9ACDF9BE}"/>
              </a:ext>
            </a:extLst>
          </p:cNvPr>
          <p:cNvPicPr>
            <a:picLocks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5" r="8895"/>
          <a:stretch/>
        </p:blipFill>
        <p:spPr bwMode="auto">
          <a:xfrm>
            <a:off x="5502878" y="3782113"/>
            <a:ext cx="1916393" cy="2223016"/>
          </a:xfrm>
          <a:custGeom>
            <a:avLst/>
            <a:gdLst>
              <a:gd name="connsiteX0" fmla="*/ 1360961 w 2721922"/>
              <a:gd name="connsiteY0" fmla="*/ 0 h 3157430"/>
              <a:gd name="connsiteX1" fmla="*/ 2721922 w 2721922"/>
              <a:gd name="connsiteY1" fmla="*/ 808221 h 3157430"/>
              <a:gd name="connsiteX2" fmla="*/ 2721922 w 2721922"/>
              <a:gd name="connsiteY2" fmla="*/ 2349209 h 3157430"/>
              <a:gd name="connsiteX3" fmla="*/ 1360961 w 2721922"/>
              <a:gd name="connsiteY3" fmla="*/ 3157430 h 3157430"/>
              <a:gd name="connsiteX4" fmla="*/ 0 w 2721922"/>
              <a:gd name="connsiteY4" fmla="*/ 2349209 h 3157430"/>
              <a:gd name="connsiteX5" fmla="*/ 0 w 2721922"/>
              <a:gd name="connsiteY5" fmla="*/ 808221 h 3157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1922" h="3157430">
                <a:moveTo>
                  <a:pt x="1360961" y="0"/>
                </a:moveTo>
                <a:lnTo>
                  <a:pt x="2721922" y="808221"/>
                </a:lnTo>
                <a:lnTo>
                  <a:pt x="2721922" y="2349209"/>
                </a:lnTo>
                <a:lnTo>
                  <a:pt x="1360961" y="3157430"/>
                </a:lnTo>
                <a:lnTo>
                  <a:pt x="0" y="2349209"/>
                </a:lnTo>
                <a:lnTo>
                  <a:pt x="0" y="808221"/>
                </a:lnTo>
                <a:close/>
              </a:path>
            </a:pathLst>
          </a:custGeom>
          <a:ln w="31750">
            <a:gradFill>
              <a:gsLst>
                <a:gs pos="0">
                  <a:schemeClr val="bg1">
                    <a:lumMod val="85000"/>
                    <a:alpha val="66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</a:ln>
          <a:effectLst>
            <a:outerShdw blurRad="419100" dist="190500" dir="2700000" sx="98000" sy="98000" algn="tl" rotWithShape="0">
              <a:schemeClr val="bg1">
                <a:lumMod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FA3AACE2-F938-C1A5-C104-8F0C269146B3}"/>
              </a:ext>
            </a:extLst>
          </p:cNvPr>
          <p:cNvPicPr>
            <a:picLocks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9" r="9729"/>
          <a:stretch/>
        </p:blipFill>
        <p:spPr bwMode="auto">
          <a:xfrm>
            <a:off x="5886608" y="706966"/>
            <a:ext cx="1463275" cy="1697398"/>
          </a:xfrm>
          <a:custGeom>
            <a:avLst/>
            <a:gdLst>
              <a:gd name="connsiteX0" fmla="*/ 1039171 w 2078342"/>
              <a:gd name="connsiteY0" fmla="*/ 0 h 2410876"/>
              <a:gd name="connsiteX1" fmla="*/ 2078342 w 2078342"/>
              <a:gd name="connsiteY1" fmla="*/ 617122 h 2410876"/>
              <a:gd name="connsiteX2" fmla="*/ 2078342 w 2078342"/>
              <a:gd name="connsiteY2" fmla="*/ 1793754 h 2410876"/>
              <a:gd name="connsiteX3" fmla="*/ 1039171 w 2078342"/>
              <a:gd name="connsiteY3" fmla="*/ 2410876 h 2410876"/>
              <a:gd name="connsiteX4" fmla="*/ 0 w 2078342"/>
              <a:gd name="connsiteY4" fmla="*/ 1793754 h 2410876"/>
              <a:gd name="connsiteX5" fmla="*/ 0 w 2078342"/>
              <a:gd name="connsiteY5" fmla="*/ 617122 h 241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78342" h="2410876">
                <a:moveTo>
                  <a:pt x="1039171" y="0"/>
                </a:moveTo>
                <a:lnTo>
                  <a:pt x="2078342" y="617122"/>
                </a:lnTo>
                <a:lnTo>
                  <a:pt x="2078342" y="1793754"/>
                </a:lnTo>
                <a:lnTo>
                  <a:pt x="1039171" y="2410876"/>
                </a:lnTo>
                <a:lnTo>
                  <a:pt x="0" y="1793754"/>
                </a:lnTo>
                <a:lnTo>
                  <a:pt x="0" y="617122"/>
                </a:lnTo>
                <a:close/>
              </a:path>
            </a:pathLst>
          </a:custGeom>
          <a:noFill/>
          <a:ln w="15875">
            <a:gradFill>
              <a:gsLst>
                <a:gs pos="0">
                  <a:schemeClr val="tx1">
                    <a:lumMod val="65000"/>
                    <a:lumOff val="35000"/>
                    <a:alpha val="67000"/>
                  </a:schemeClr>
                </a:gs>
                <a:gs pos="100000">
                  <a:schemeClr val="tx1">
                    <a:lumMod val="65000"/>
                    <a:lumOff val="35000"/>
                    <a:alpha val="63000"/>
                  </a:schemeClr>
                </a:gs>
              </a:gsLst>
              <a:lin ang="5400000" scaled="1"/>
            </a:gradFill>
          </a:ln>
          <a:effectLst>
            <a:outerShdw blurRad="419100" dist="190500" dir="2700000" sx="98000" sy="98000" algn="tl" rotWithShape="0">
              <a:schemeClr val="bg1">
                <a:lumMod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434A1C1A-07A8-E5D0-A58B-3F60B011CD0C}"/>
              </a:ext>
            </a:extLst>
          </p:cNvPr>
          <p:cNvSpPr txBox="1">
            <a:spLocks/>
          </p:cNvSpPr>
          <p:nvPr/>
        </p:nvSpPr>
        <p:spPr>
          <a:xfrm>
            <a:off x="791720" y="2333165"/>
            <a:ext cx="2860721" cy="3298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The items shown here are only part of our available options. Additional accessory models are available upon request. We also support custom development based on your specifications.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00503000000020004" pitchFamily="2" charset="0"/>
              <a:ea typeface="阿里巴巴普惠体 Light" panose="00020600040101010101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2AF8EA8-FF84-F0B5-58DB-BEF68DBEF11A}"/>
              </a:ext>
            </a:extLst>
          </p:cNvPr>
          <p:cNvCxnSpPr>
            <a:cxnSpLocks/>
          </p:cNvCxnSpPr>
          <p:nvPr/>
        </p:nvCxnSpPr>
        <p:spPr>
          <a:xfrm>
            <a:off x="874713" y="2132665"/>
            <a:ext cx="2629701" cy="0"/>
          </a:xfrm>
          <a:prstGeom prst="line">
            <a:avLst/>
          </a:prstGeom>
          <a:ln>
            <a:solidFill>
              <a:schemeClr val="tx1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53671341-A347-31C8-855A-FC9D84393534}"/>
              </a:ext>
            </a:extLst>
          </p:cNvPr>
          <p:cNvSpPr>
            <a:spLocks/>
          </p:cNvSpPr>
          <p:nvPr/>
        </p:nvSpPr>
        <p:spPr>
          <a:xfrm>
            <a:off x="422418" y="1274276"/>
            <a:ext cx="35399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华文中宋" panose="02010600040101010101" pitchFamily="2" charset="-122"/>
              </a:rPr>
              <a:t>ATTACHMENTS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华文中宋" panose="02010600040101010101" pitchFamily="2" charset="-122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FAF0A13D-AF86-9153-8D37-3996484202F3}"/>
              </a:ext>
            </a:extLst>
          </p:cNvPr>
          <p:cNvCxnSpPr>
            <a:cxnSpLocks/>
          </p:cNvCxnSpPr>
          <p:nvPr/>
        </p:nvCxnSpPr>
        <p:spPr>
          <a:xfrm flipH="1">
            <a:off x="495830" y="1941017"/>
            <a:ext cx="33713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AE9C0756-8581-F286-3473-E0581E2CB9F6}"/>
              </a:ext>
            </a:extLst>
          </p:cNvPr>
          <p:cNvCxnSpPr>
            <a:cxnSpLocks/>
          </p:cNvCxnSpPr>
          <p:nvPr/>
        </p:nvCxnSpPr>
        <p:spPr>
          <a:xfrm>
            <a:off x="495830" y="1167406"/>
            <a:ext cx="33713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išḷîḍê">
            <a:extLst>
              <a:ext uri="{FF2B5EF4-FFF2-40B4-BE49-F238E27FC236}">
                <a16:creationId xmlns:a16="http://schemas.microsoft.com/office/drawing/2014/main" id="{9E29E33A-31C7-CBBF-3DB0-FF4B6000651C}"/>
              </a:ext>
            </a:extLst>
          </p:cNvPr>
          <p:cNvPicPr>
            <a:picLocks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75" name="íṥḻiḍé">
            <a:extLst>
              <a:ext uri="{FF2B5EF4-FFF2-40B4-BE49-F238E27FC236}">
                <a16:creationId xmlns:a16="http://schemas.microsoft.com/office/drawing/2014/main" id="{D48C0391-2287-343C-4C38-911E66362328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76" name="íṥļïdè">
            <a:extLst>
              <a:ext uri="{FF2B5EF4-FFF2-40B4-BE49-F238E27FC236}">
                <a16:creationId xmlns:a16="http://schemas.microsoft.com/office/drawing/2014/main" id="{1888ED40-1DCA-40E3-3F39-2708D1615D40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PRODUCED BY MK</a:t>
            </a:r>
          </a:p>
        </p:txBody>
      </p:sp>
      <p:sp>
        <p:nvSpPr>
          <p:cNvPr id="11" name="îṩlíḑè">
            <a:extLst>
              <a:ext uri="{FF2B5EF4-FFF2-40B4-BE49-F238E27FC236}">
                <a16:creationId xmlns:a16="http://schemas.microsoft.com/office/drawing/2014/main" id="{B43F82B5-49E8-1F8E-DE5C-86A0DD421939}"/>
              </a:ext>
            </a:extLst>
          </p:cNvPr>
          <p:cNvSpPr>
            <a:spLocks/>
          </p:cNvSpPr>
          <p:nvPr/>
        </p:nvSpPr>
        <p:spPr>
          <a:xfrm>
            <a:off x="11672445" y="3264321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2" name="iṥḷídè">
            <a:extLst>
              <a:ext uri="{FF2B5EF4-FFF2-40B4-BE49-F238E27FC236}">
                <a16:creationId xmlns:a16="http://schemas.microsoft.com/office/drawing/2014/main" id="{65C354A3-D566-F8AE-DEC8-1DDD0450499E}"/>
              </a:ext>
            </a:extLst>
          </p:cNvPr>
          <p:cNvSpPr>
            <a:spLocks/>
          </p:cNvSpPr>
          <p:nvPr/>
        </p:nvSpPr>
        <p:spPr>
          <a:xfrm>
            <a:off x="11672445" y="3107431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4" name="í$ḻïḋê">
            <a:extLst>
              <a:ext uri="{FF2B5EF4-FFF2-40B4-BE49-F238E27FC236}">
                <a16:creationId xmlns:a16="http://schemas.microsoft.com/office/drawing/2014/main" id="{FC5A88E4-1D9C-017E-2834-515C726F773C}"/>
              </a:ext>
            </a:extLst>
          </p:cNvPr>
          <p:cNvSpPr>
            <a:spLocks/>
          </p:cNvSpPr>
          <p:nvPr/>
        </p:nvSpPr>
        <p:spPr>
          <a:xfrm>
            <a:off x="11679845" y="3642926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8" name="îŝḷíḍê">
            <a:extLst>
              <a:ext uri="{FF2B5EF4-FFF2-40B4-BE49-F238E27FC236}">
                <a16:creationId xmlns:a16="http://schemas.microsoft.com/office/drawing/2014/main" id="{27191CBC-891F-9DEB-EAA0-9BFC58C9528C}"/>
              </a:ext>
            </a:extLst>
          </p:cNvPr>
          <p:cNvSpPr>
            <a:spLocks/>
          </p:cNvSpPr>
          <p:nvPr/>
        </p:nvSpPr>
        <p:spPr>
          <a:xfrm>
            <a:off x="11679845" y="3421211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1" name="îşḻíďê">
            <a:extLst>
              <a:ext uri="{FF2B5EF4-FFF2-40B4-BE49-F238E27FC236}">
                <a16:creationId xmlns:a16="http://schemas.microsoft.com/office/drawing/2014/main" id="{D523C776-5386-D658-119D-12003C5A3BFE}"/>
              </a:ext>
            </a:extLst>
          </p:cNvPr>
          <p:cNvSpPr>
            <a:spLocks/>
          </p:cNvSpPr>
          <p:nvPr/>
        </p:nvSpPr>
        <p:spPr>
          <a:xfrm>
            <a:off x="11679845" y="3454494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9" name="íŝľïḋé">
            <a:extLst>
              <a:ext uri="{FF2B5EF4-FFF2-40B4-BE49-F238E27FC236}">
                <a16:creationId xmlns:a16="http://schemas.microsoft.com/office/drawing/2014/main" id="{9C2B2E96-ED0A-74A7-8F7C-DF67778EF013}"/>
              </a:ext>
            </a:extLst>
          </p:cNvPr>
          <p:cNvSpPr txBox="1">
            <a:spLocks/>
          </p:cNvSpPr>
          <p:nvPr/>
        </p:nvSpPr>
        <p:spPr>
          <a:xfrm>
            <a:off x="10646531" y="6094856"/>
            <a:ext cx="12469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00" dirty="0">
                <a:solidFill>
                  <a:srgbClr val="FA4500"/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D&amp;M CRAFTS     01</a:t>
            </a:r>
          </a:p>
        </p:txBody>
      </p:sp>
      <p:sp>
        <p:nvSpPr>
          <p:cNvPr id="40" name="išḷíḋè">
            <a:extLst>
              <a:ext uri="{FF2B5EF4-FFF2-40B4-BE49-F238E27FC236}">
                <a16:creationId xmlns:a16="http://schemas.microsoft.com/office/drawing/2014/main" id="{4061B1D5-460F-2A6E-E188-FC1557DDF5B7}"/>
              </a:ext>
            </a:extLst>
          </p:cNvPr>
          <p:cNvSpPr>
            <a:spLocks/>
          </p:cNvSpPr>
          <p:nvPr/>
        </p:nvSpPr>
        <p:spPr>
          <a:xfrm rot="3600000">
            <a:off x="11583993" y="6017563"/>
            <a:ext cx="358764" cy="354640"/>
          </a:xfrm>
          <a:prstGeom prst="arc">
            <a:avLst>
              <a:gd name="adj1" fmla="val 9301497"/>
              <a:gd name="adj2" fmla="val 5421245"/>
            </a:avLst>
          </a:prstGeom>
          <a:ln w="12700">
            <a:gradFill flip="none" rotWithShape="1">
              <a:gsLst>
                <a:gs pos="0">
                  <a:srgbClr val="FA4500">
                    <a:alpha val="0"/>
                  </a:srgbClr>
                </a:gs>
                <a:gs pos="52000">
                  <a:srgbClr val="FA4500"/>
                </a:gs>
              </a:gsLst>
              <a:lin ang="19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2595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228D34B2-35EC-285E-D833-344FFF754A9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09D1D7F1-7621-878A-CB93-109140BD6583}"/>
              </a:ext>
            </a:extLst>
          </p:cNvPr>
          <p:cNvGrpSpPr/>
          <p:nvPr/>
        </p:nvGrpSpPr>
        <p:grpSpPr>
          <a:xfrm>
            <a:off x="5108159" y="1889010"/>
            <a:ext cx="1696905" cy="3292593"/>
            <a:chOff x="5036959" y="2063179"/>
            <a:chExt cx="1696905" cy="3292593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6E2AAFD-2F8C-C2CE-700F-B4A44BD5E902}"/>
                </a:ext>
              </a:extLst>
            </p:cNvPr>
            <p:cNvSpPr>
              <a:spLocks/>
            </p:cNvSpPr>
            <p:nvPr/>
          </p:nvSpPr>
          <p:spPr>
            <a:xfrm>
              <a:off x="5036959" y="2063179"/>
              <a:ext cx="1696905" cy="2044937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13500000" scaled="1"/>
              <a:tileRect/>
            </a:gradFill>
            <a:ln>
              <a:noFill/>
            </a:ln>
            <a:scene3d>
              <a:camera prst="orthographicFront"/>
              <a:lightRig rig="contrasting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A9D6E4D4-D288-1973-2AE7-6B1A88BAB434}"/>
                </a:ext>
              </a:extLst>
            </p:cNvPr>
            <p:cNvSpPr>
              <a:spLocks/>
            </p:cNvSpPr>
            <p:nvPr/>
          </p:nvSpPr>
          <p:spPr>
            <a:xfrm>
              <a:off x="5036959" y="4230218"/>
              <a:ext cx="1696905" cy="1125554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  <a:alpha val="61000"/>
                  </a:schemeClr>
                </a:gs>
                <a:gs pos="40000">
                  <a:schemeClr val="bg1">
                    <a:lumMod val="85000"/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0"/>
            </a:effectLst>
            <a:scene3d>
              <a:camera prst="orthographicFront"/>
              <a:lightRig rig="contrasting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BC249AAD-4FF3-6D58-28A9-690D2FDCA939}"/>
              </a:ext>
            </a:extLst>
          </p:cNvPr>
          <p:cNvSpPr>
            <a:spLocks/>
          </p:cNvSpPr>
          <p:nvPr/>
        </p:nvSpPr>
        <p:spPr>
          <a:xfrm>
            <a:off x="3247663" y="1850844"/>
            <a:ext cx="1752802" cy="211229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100000">
                <a:schemeClr val="bg1">
                  <a:lumMod val="50000"/>
                </a:schemeClr>
              </a:gs>
            </a:gsLst>
            <a:lin ang="13500000" scaled="1"/>
            <a:tileRect/>
          </a:gradFill>
          <a:ln>
            <a:noFill/>
          </a:ln>
          <a:scene3d>
            <a:camera prst="perspectiveRight"/>
            <a:lightRig rig="contrasting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3B46BC3-B0FB-CF39-486C-971A1327B053}"/>
              </a:ext>
            </a:extLst>
          </p:cNvPr>
          <p:cNvSpPr>
            <a:spLocks/>
          </p:cNvSpPr>
          <p:nvPr/>
        </p:nvSpPr>
        <p:spPr>
          <a:xfrm>
            <a:off x="3194324" y="4103337"/>
            <a:ext cx="1752802" cy="1162629"/>
          </a:xfrm>
          <a:prstGeom prst="rect">
            <a:avLst/>
          </a:prstGeom>
          <a:gradFill>
            <a:gsLst>
              <a:gs pos="0">
                <a:schemeClr val="bg1">
                  <a:lumMod val="65000"/>
                  <a:alpha val="61000"/>
                </a:schemeClr>
              </a:gs>
              <a:gs pos="40000">
                <a:schemeClr val="bg1">
                  <a:lumMod val="85000"/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0"/>
          </a:effectLst>
          <a:scene3d>
            <a:camera prst="perspectiveLeft">
              <a:rot lat="0" lon="1200001" rev="0"/>
            </a:camera>
            <a:lightRig rig="contrasting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F38A151-8BB1-302D-71F2-7494451BAAF3}"/>
              </a:ext>
            </a:extLst>
          </p:cNvPr>
          <p:cNvSpPr>
            <a:spLocks/>
          </p:cNvSpPr>
          <p:nvPr/>
        </p:nvSpPr>
        <p:spPr>
          <a:xfrm>
            <a:off x="6912758" y="1850844"/>
            <a:ext cx="1752802" cy="211229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100000">
                <a:schemeClr val="bg1">
                  <a:lumMod val="50000"/>
                </a:schemeClr>
              </a:gs>
            </a:gsLst>
            <a:lin ang="13500000" scaled="1"/>
            <a:tileRect/>
          </a:gradFill>
          <a:ln>
            <a:noFill/>
          </a:ln>
          <a:scene3d>
            <a:camera prst="perspectiveLeft">
              <a:rot lat="0" lon="1200001" rev="0"/>
            </a:camera>
            <a:lightRig rig="contrasting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D03A628-32A3-3A5E-3158-160345132189}"/>
              </a:ext>
            </a:extLst>
          </p:cNvPr>
          <p:cNvSpPr>
            <a:spLocks/>
          </p:cNvSpPr>
          <p:nvPr/>
        </p:nvSpPr>
        <p:spPr>
          <a:xfrm>
            <a:off x="6966096" y="4103337"/>
            <a:ext cx="1752802" cy="1162629"/>
          </a:xfrm>
          <a:prstGeom prst="rect">
            <a:avLst/>
          </a:prstGeom>
          <a:gradFill>
            <a:gsLst>
              <a:gs pos="0">
                <a:schemeClr val="bg1">
                  <a:lumMod val="65000"/>
                  <a:alpha val="61000"/>
                </a:schemeClr>
              </a:gs>
              <a:gs pos="40000">
                <a:schemeClr val="bg1">
                  <a:lumMod val="85000"/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0"/>
          </a:effectLst>
          <a:scene3d>
            <a:camera prst="perspectiveRight"/>
            <a:lightRig rig="contrasting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896F495-D7D6-3167-0883-F59E07CB16D3}"/>
              </a:ext>
            </a:extLst>
          </p:cNvPr>
          <p:cNvSpPr>
            <a:spLocks/>
          </p:cNvSpPr>
          <p:nvPr/>
        </p:nvSpPr>
        <p:spPr>
          <a:xfrm>
            <a:off x="1179271" y="1755890"/>
            <a:ext cx="1907358" cy="226672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</a:gsLst>
            <a:lin ang="13500000" scaled="1"/>
            <a:tileRect/>
          </a:gradFill>
          <a:ln>
            <a:noFill/>
          </a:ln>
          <a:scene3d>
            <a:camera prst="perspectiveRight">
              <a:rot lat="0" lon="20099999" rev="0"/>
            </a:camera>
            <a:lightRig rig="contrasting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4C4D360-BD6C-75FD-6B20-FC336ED6AD07}"/>
              </a:ext>
            </a:extLst>
          </p:cNvPr>
          <p:cNvSpPr>
            <a:spLocks/>
          </p:cNvSpPr>
          <p:nvPr/>
        </p:nvSpPr>
        <p:spPr>
          <a:xfrm>
            <a:off x="1095682" y="4198514"/>
            <a:ext cx="1907358" cy="1247631"/>
          </a:xfrm>
          <a:prstGeom prst="rect">
            <a:avLst/>
          </a:prstGeom>
          <a:gradFill>
            <a:gsLst>
              <a:gs pos="0">
                <a:schemeClr val="bg1">
                  <a:lumMod val="65000"/>
                  <a:alpha val="69000"/>
                </a:schemeClr>
              </a:gs>
              <a:gs pos="35000">
                <a:schemeClr val="bg1">
                  <a:lumMod val="85000"/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0"/>
          </a:effectLst>
          <a:scene3d>
            <a:camera prst="perspectiveLeft">
              <a:rot lat="0" lon="1500000" rev="0"/>
            </a:camera>
            <a:lightRig rig="contrasting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478CEB4-337B-0BA3-C0BD-44722C332212}"/>
              </a:ext>
            </a:extLst>
          </p:cNvPr>
          <p:cNvSpPr>
            <a:spLocks/>
          </p:cNvSpPr>
          <p:nvPr/>
        </p:nvSpPr>
        <p:spPr>
          <a:xfrm>
            <a:off x="8826593" y="1755890"/>
            <a:ext cx="1907358" cy="226672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100000">
                <a:schemeClr val="bg1">
                  <a:lumMod val="50000"/>
                </a:schemeClr>
              </a:gs>
            </a:gsLst>
            <a:lin ang="13500000" scaled="1"/>
            <a:tileRect/>
          </a:gradFill>
          <a:ln>
            <a:noFill/>
          </a:ln>
          <a:scene3d>
            <a:camera prst="perspectiveLeft">
              <a:rot lat="0" lon="1500000" rev="0"/>
            </a:camera>
            <a:lightRig rig="contrasting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0C0E599-84AD-AC0C-E007-54A568B71A91}"/>
              </a:ext>
            </a:extLst>
          </p:cNvPr>
          <p:cNvSpPr>
            <a:spLocks/>
          </p:cNvSpPr>
          <p:nvPr/>
        </p:nvSpPr>
        <p:spPr>
          <a:xfrm>
            <a:off x="8910182" y="4198514"/>
            <a:ext cx="1907358" cy="1247631"/>
          </a:xfrm>
          <a:prstGeom prst="rect">
            <a:avLst/>
          </a:prstGeom>
          <a:gradFill>
            <a:gsLst>
              <a:gs pos="0">
                <a:schemeClr val="bg1">
                  <a:lumMod val="65000"/>
                  <a:alpha val="61000"/>
                </a:schemeClr>
              </a:gs>
              <a:gs pos="40000">
                <a:schemeClr val="bg1">
                  <a:lumMod val="85000"/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0"/>
          </a:effectLst>
          <a:scene3d>
            <a:camera prst="perspectiveRight">
              <a:rot lat="0" lon="20099999" rev="0"/>
            </a:camera>
            <a:lightRig rig="contrasting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37758AF-1D53-91F0-5766-349A0ED7FCE7}"/>
              </a:ext>
            </a:extLst>
          </p:cNvPr>
          <p:cNvSpPr>
            <a:spLocks/>
          </p:cNvSpPr>
          <p:nvPr/>
        </p:nvSpPr>
        <p:spPr>
          <a:xfrm>
            <a:off x="792276" y="479318"/>
            <a:ext cx="5214890" cy="5846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199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  <a:ea typeface="华文中宋" panose="02010600040101010101" pitchFamily="2" charset="-122"/>
              </a:rPr>
              <a:t>Rubber &amp; PVC Collection</a:t>
            </a:r>
            <a:endParaRPr lang="zh-CN" altLang="en-US" sz="3199" dirty="0">
              <a:solidFill>
                <a:schemeClr val="tx1">
                  <a:lumMod val="50000"/>
                  <a:lumOff val="50000"/>
                </a:schemeClr>
              </a:solidFill>
              <a:latin typeface="Montserrat" pitchFamily="2" charset="0"/>
              <a:ea typeface="华文中宋" panose="02010600040101010101" pitchFamily="2" charset="-122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4C5A312E-5E92-9361-6C70-70B6B26135DF}"/>
              </a:ext>
            </a:extLst>
          </p:cNvPr>
          <p:cNvCxnSpPr>
            <a:cxnSpLocks/>
          </p:cNvCxnSpPr>
          <p:nvPr/>
        </p:nvCxnSpPr>
        <p:spPr>
          <a:xfrm flipH="1">
            <a:off x="792276" y="1165109"/>
            <a:ext cx="521488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37F0D61A-6F09-8125-26B5-9AA3F27D9610}"/>
              </a:ext>
            </a:extLst>
          </p:cNvPr>
          <p:cNvCxnSpPr>
            <a:cxnSpLocks/>
          </p:cNvCxnSpPr>
          <p:nvPr/>
        </p:nvCxnSpPr>
        <p:spPr>
          <a:xfrm>
            <a:off x="792276" y="391498"/>
            <a:ext cx="521488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65C407FE-7D86-66B0-B5CA-EA8FB3ABDDE5}"/>
              </a:ext>
            </a:extLst>
          </p:cNvPr>
          <p:cNvSpPr txBox="1">
            <a:spLocks/>
          </p:cNvSpPr>
          <p:nvPr/>
        </p:nvSpPr>
        <p:spPr>
          <a:xfrm>
            <a:off x="1114253" y="4858820"/>
            <a:ext cx="9704665" cy="152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2D Layered Design: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</a:rPr>
              <a:t>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Clear color blocking with layered structure for a neat visual presentation.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3D Full-Relief: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Fully sculpted relief with rounded lines, delivering genuine 3D texture.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Translucent &amp; Glow Effects: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Available with translucent or glow-in-the-dark material options.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Multi-Color Injection: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Precision multi-color injection, ideal for complex logos and fine lines.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517D7B18-4CD5-24DA-1876-C88965E2558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271" y="1807626"/>
            <a:ext cx="1375243" cy="2093275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02DF807B-288D-2BF0-C25B-57FD6316DC6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620" y="1988160"/>
            <a:ext cx="833679" cy="1880376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5C014E04-C2B9-7359-F4CB-B185DF6B4963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860" y="2035466"/>
            <a:ext cx="978279" cy="1865435"/>
          </a:xfrm>
          <a:prstGeom prst="rect">
            <a:avLst/>
          </a:prstGeom>
        </p:spPr>
      </p:pic>
      <p:sp>
        <p:nvSpPr>
          <p:cNvPr id="31" name="îṩlíḑè">
            <a:extLst>
              <a:ext uri="{FF2B5EF4-FFF2-40B4-BE49-F238E27FC236}">
                <a16:creationId xmlns:a16="http://schemas.microsoft.com/office/drawing/2014/main" id="{BE29DA75-A804-1B3B-0D63-985F453C96D4}"/>
              </a:ext>
            </a:extLst>
          </p:cNvPr>
          <p:cNvSpPr>
            <a:spLocks/>
          </p:cNvSpPr>
          <p:nvPr/>
        </p:nvSpPr>
        <p:spPr>
          <a:xfrm>
            <a:off x="11672445" y="3264321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2" name="iṥḷídè">
            <a:extLst>
              <a:ext uri="{FF2B5EF4-FFF2-40B4-BE49-F238E27FC236}">
                <a16:creationId xmlns:a16="http://schemas.microsoft.com/office/drawing/2014/main" id="{5E042201-B3D1-D400-E2D0-20249BF94D82}"/>
              </a:ext>
            </a:extLst>
          </p:cNvPr>
          <p:cNvSpPr>
            <a:spLocks/>
          </p:cNvSpPr>
          <p:nvPr/>
        </p:nvSpPr>
        <p:spPr>
          <a:xfrm>
            <a:off x="11672445" y="3107431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6" name="í$ḻïḋê">
            <a:extLst>
              <a:ext uri="{FF2B5EF4-FFF2-40B4-BE49-F238E27FC236}">
                <a16:creationId xmlns:a16="http://schemas.microsoft.com/office/drawing/2014/main" id="{58AFE59A-104F-1C14-C69A-612DC9FBE60C}"/>
              </a:ext>
            </a:extLst>
          </p:cNvPr>
          <p:cNvSpPr>
            <a:spLocks/>
          </p:cNvSpPr>
          <p:nvPr/>
        </p:nvSpPr>
        <p:spPr>
          <a:xfrm>
            <a:off x="11679845" y="3642926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8" name="îŝḷíḍê">
            <a:extLst>
              <a:ext uri="{FF2B5EF4-FFF2-40B4-BE49-F238E27FC236}">
                <a16:creationId xmlns:a16="http://schemas.microsoft.com/office/drawing/2014/main" id="{847FF913-4FB7-2CA3-EBCB-AFF8E15975F2}"/>
              </a:ext>
            </a:extLst>
          </p:cNvPr>
          <p:cNvSpPr>
            <a:spLocks/>
          </p:cNvSpPr>
          <p:nvPr/>
        </p:nvSpPr>
        <p:spPr>
          <a:xfrm>
            <a:off x="11679845" y="3421211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9" name="îşḻíďê">
            <a:extLst>
              <a:ext uri="{FF2B5EF4-FFF2-40B4-BE49-F238E27FC236}">
                <a16:creationId xmlns:a16="http://schemas.microsoft.com/office/drawing/2014/main" id="{632439AD-F6C9-2F71-1391-775762FD879B}"/>
              </a:ext>
            </a:extLst>
          </p:cNvPr>
          <p:cNvSpPr>
            <a:spLocks/>
          </p:cNvSpPr>
          <p:nvPr/>
        </p:nvSpPr>
        <p:spPr>
          <a:xfrm>
            <a:off x="11679845" y="3454494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1" name="íŝľïḋé">
            <a:extLst>
              <a:ext uri="{FF2B5EF4-FFF2-40B4-BE49-F238E27FC236}">
                <a16:creationId xmlns:a16="http://schemas.microsoft.com/office/drawing/2014/main" id="{AAF824B3-0C7B-EB9E-6296-519F31CF505E}"/>
              </a:ext>
            </a:extLst>
          </p:cNvPr>
          <p:cNvSpPr txBox="1">
            <a:spLocks/>
          </p:cNvSpPr>
          <p:nvPr/>
        </p:nvSpPr>
        <p:spPr>
          <a:xfrm>
            <a:off x="10646531" y="6094856"/>
            <a:ext cx="12469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00" dirty="0">
                <a:solidFill>
                  <a:srgbClr val="FA4500"/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D&amp;M CRAFTS     01</a:t>
            </a:r>
          </a:p>
        </p:txBody>
      </p:sp>
      <p:sp>
        <p:nvSpPr>
          <p:cNvPr id="42" name="išḷíḋè">
            <a:extLst>
              <a:ext uri="{FF2B5EF4-FFF2-40B4-BE49-F238E27FC236}">
                <a16:creationId xmlns:a16="http://schemas.microsoft.com/office/drawing/2014/main" id="{85409042-8434-7A90-7D6F-974E58C1B865}"/>
              </a:ext>
            </a:extLst>
          </p:cNvPr>
          <p:cNvSpPr>
            <a:spLocks/>
          </p:cNvSpPr>
          <p:nvPr/>
        </p:nvSpPr>
        <p:spPr>
          <a:xfrm rot="3600000">
            <a:off x="11583993" y="6017563"/>
            <a:ext cx="358764" cy="354640"/>
          </a:xfrm>
          <a:prstGeom prst="arc">
            <a:avLst>
              <a:gd name="adj1" fmla="val 9301497"/>
              <a:gd name="adj2" fmla="val 5421245"/>
            </a:avLst>
          </a:prstGeom>
          <a:ln w="12700">
            <a:gradFill flip="none" rotWithShape="1">
              <a:gsLst>
                <a:gs pos="0">
                  <a:srgbClr val="FA4500">
                    <a:alpha val="0"/>
                  </a:srgbClr>
                </a:gs>
                <a:gs pos="52000">
                  <a:srgbClr val="FA4500"/>
                </a:gs>
              </a:gsLst>
              <a:lin ang="19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pic>
        <p:nvPicPr>
          <p:cNvPr id="44" name="išḷîḍê">
            <a:extLst>
              <a:ext uri="{FF2B5EF4-FFF2-40B4-BE49-F238E27FC236}">
                <a16:creationId xmlns:a16="http://schemas.microsoft.com/office/drawing/2014/main" id="{2ABE89AE-EEBE-581D-BFD5-4EE684EEA04F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46" name="íṥḻiḍé">
            <a:extLst>
              <a:ext uri="{FF2B5EF4-FFF2-40B4-BE49-F238E27FC236}">
                <a16:creationId xmlns:a16="http://schemas.microsoft.com/office/drawing/2014/main" id="{46F2B83C-9E7F-E27B-732F-7F8B0DE251DF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47" name="íṥļïdè">
            <a:extLst>
              <a:ext uri="{FF2B5EF4-FFF2-40B4-BE49-F238E27FC236}">
                <a16:creationId xmlns:a16="http://schemas.microsoft.com/office/drawing/2014/main" id="{45B8D81C-0A6D-7227-623F-3E6B0EDC13E1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PRODUCED BY MK</a:t>
            </a:r>
          </a:p>
        </p:txBody>
      </p:sp>
    </p:spTree>
    <p:extLst>
      <p:ext uri="{BB962C8B-B14F-4D97-AF65-F5344CB8AC3E}">
        <p14:creationId xmlns:p14="http://schemas.microsoft.com/office/powerpoint/2010/main" val="248781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5C674-59E2-4E26-6EEB-7F2C83A77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44048869-6DAC-DCAD-2701-37A7BC27F12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sp>
        <p:nvSpPr>
          <p:cNvPr id="3" name="îṩlíḑè">
            <a:extLst>
              <a:ext uri="{FF2B5EF4-FFF2-40B4-BE49-F238E27FC236}">
                <a16:creationId xmlns:a16="http://schemas.microsoft.com/office/drawing/2014/main" id="{33EB70B2-31DB-1E95-8E86-5584323E3B19}"/>
              </a:ext>
            </a:extLst>
          </p:cNvPr>
          <p:cNvSpPr>
            <a:spLocks/>
          </p:cNvSpPr>
          <p:nvPr/>
        </p:nvSpPr>
        <p:spPr>
          <a:xfrm>
            <a:off x="11677650" y="369917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5" name="iṥḷídè">
            <a:extLst>
              <a:ext uri="{FF2B5EF4-FFF2-40B4-BE49-F238E27FC236}">
                <a16:creationId xmlns:a16="http://schemas.microsoft.com/office/drawing/2014/main" id="{431A2E4B-816D-89CA-F832-6101947A8DCF}"/>
              </a:ext>
            </a:extLst>
          </p:cNvPr>
          <p:cNvSpPr>
            <a:spLocks/>
          </p:cNvSpPr>
          <p:nvPr/>
        </p:nvSpPr>
        <p:spPr>
          <a:xfrm>
            <a:off x="11677650" y="354228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í$ḻïḋê">
            <a:extLst>
              <a:ext uri="{FF2B5EF4-FFF2-40B4-BE49-F238E27FC236}">
                <a16:creationId xmlns:a16="http://schemas.microsoft.com/office/drawing/2014/main" id="{34E7C374-CA2D-7E61-9D80-144B9AC1669C}"/>
              </a:ext>
            </a:extLst>
          </p:cNvPr>
          <p:cNvSpPr>
            <a:spLocks/>
          </p:cNvSpPr>
          <p:nvPr/>
        </p:nvSpPr>
        <p:spPr>
          <a:xfrm>
            <a:off x="11677650" y="3285139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8" name="îŝḷíḍê">
            <a:extLst>
              <a:ext uri="{FF2B5EF4-FFF2-40B4-BE49-F238E27FC236}">
                <a16:creationId xmlns:a16="http://schemas.microsoft.com/office/drawing/2014/main" id="{F39F6088-3C81-F99D-6F97-1FDC744C0044}"/>
              </a:ext>
            </a:extLst>
          </p:cNvPr>
          <p:cNvSpPr>
            <a:spLocks/>
          </p:cNvSpPr>
          <p:nvPr/>
        </p:nvSpPr>
        <p:spPr>
          <a:xfrm>
            <a:off x="11677650" y="3063424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îşḻíďê">
            <a:extLst>
              <a:ext uri="{FF2B5EF4-FFF2-40B4-BE49-F238E27FC236}">
                <a16:creationId xmlns:a16="http://schemas.microsoft.com/office/drawing/2014/main" id="{959D3EC4-936E-7BF8-EA48-6125E87C277C}"/>
              </a:ext>
            </a:extLst>
          </p:cNvPr>
          <p:cNvSpPr>
            <a:spLocks/>
          </p:cNvSpPr>
          <p:nvPr/>
        </p:nvSpPr>
        <p:spPr>
          <a:xfrm>
            <a:off x="11677650" y="3096707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11" name="išḷîḍê">
            <a:extLst>
              <a:ext uri="{FF2B5EF4-FFF2-40B4-BE49-F238E27FC236}">
                <a16:creationId xmlns:a16="http://schemas.microsoft.com/office/drawing/2014/main" id="{BAF9BB6E-D08A-A21B-F0BC-E9C80CEE8FB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13" name="íṥḻiḍé">
            <a:extLst>
              <a:ext uri="{FF2B5EF4-FFF2-40B4-BE49-F238E27FC236}">
                <a16:creationId xmlns:a16="http://schemas.microsoft.com/office/drawing/2014/main" id="{F7C2352D-9AFA-492B-8A48-EEF8C7D80FC3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Light" panose="00020600040101010101" pitchFamily="18" charset="-122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Light" panose="00020600040101010101" pitchFamily="18" charset="-122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14" name="íṥļïdè">
            <a:extLst>
              <a:ext uri="{FF2B5EF4-FFF2-40B4-BE49-F238E27FC236}">
                <a16:creationId xmlns:a16="http://schemas.microsoft.com/office/drawing/2014/main" id="{63AA83BF-119A-AD56-C704-9AC24C56DE62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Light" panose="00020600040101010101" pitchFamily="18" charset="-122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PRODUCED BY MK</a:t>
            </a:r>
          </a:p>
        </p:txBody>
      </p:sp>
      <p:sp>
        <p:nvSpPr>
          <p:cNvPr id="16" name="íŝľïḋé">
            <a:extLst>
              <a:ext uri="{FF2B5EF4-FFF2-40B4-BE49-F238E27FC236}">
                <a16:creationId xmlns:a16="http://schemas.microsoft.com/office/drawing/2014/main" id="{759730B0-9E24-6529-C7C2-54A67755828D}"/>
              </a:ext>
            </a:extLst>
          </p:cNvPr>
          <p:cNvSpPr txBox="1">
            <a:spLocks/>
          </p:cNvSpPr>
          <p:nvPr/>
        </p:nvSpPr>
        <p:spPr>
          <a:xfrm>
            <a:off x="10646531" y="6094856"/>
            <a:ext cx="124690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700" dirty="0">
                <a:solidFill>
                  <a:srgbClr val="FA4500"/>
                </a:solidFill>
                <a:latin typeface="阿里巴巴普惠体 Light" panose="00020600040101010101" pitchFamily="18" charset="-122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     05</a:t>
            </a:r>
          </a:p>
        </p:txBody>
      </p:sp>
      <p:sp>
        <p:nvSpPr>
          <p:cNvPr id="17" name="išḷíḋè">
            <a:extLst>
              <a:ext uri="{FF2B5EF4-FFF2-40B4-BE49-F238E27FC236}">
                <a16:creationId xmlns:a16="http://schemas.microsoft.com/office/drawing/2014/main" id="{0DE88F16-DA95-CDBC-63A9-D863F995D9D2}"/>
              </a:ext>
            </a:extLst>
          </p:cNvPr>
          <p:cNvSpPr>
            <a:spLocks/>
          </p:cNvSpPr>
          <p:nvPr/>
        </p:nvSpPr>
        <p:spPr>
          <a:xfrm rot="3600000">
            <a:off x="11583993" y="6017563"/>
            <a:ext cx="358764" cy="354640"/>
          </a:xfrm>
          <a:prstGeom prst="arc">
            <a:avLst>
              <a:gd name="adj1" fmla="val 9301497"/>
              <a:gd name="adj2" fmla="val 5421245"/>
            </a:avLst>
          </a:prstGeom>
          <a:ln w="12700">
            <a:gradFill flip="none" rotWithShape="1">
              <a:gsLst>
                <a:gs pos="0">
                  <a:srgbClr val="FA4500">
                    <a:alpha val="0"/>
                  </a:srgbClr>
                </a:gs>
                <a:gs pos="52000">
                  <a:srgbClr val="FA4500"/>
                </a:gs>
              </a:gsLst>
              <a:lin ang="19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E5E81BC-FB37-FB9D-F832-45C1CA6E2BD0}"/>
              </a:ext>
            </a:extLst>
          </p:cNvPr>
          <p:cNvGrpSpPr/>
          <p:nvPr/>
        </p:nvGrpSpPr>
        <p:grpSpPr>
          <a:xfrm>
            <a:off x="1326619" y="1550236"/>
            <a:ext cx="4191605" cy="1202776"/>
            <a:chOff x="471817" y="114181"/>
            <a:chExt cx="4191605" cy="1202776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7BE7ABF-F3FC-73B0-10D9-BE5AD947BDC1}"/>
                </a:ext>
              </a:extLst>
            </p:cNvPr>
            <p:cNvSpPr txBox="1">
              <a:spLocks/>
            </p:cNvSpPr>
            <p:nvPr/>
          </p:nvSpPr>
          <p:spPr>
            <a:xfrm>
              <a:off x="1217736" y="114181"/>
              <a:ext cx="26997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Inquiry &amp; 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Consultation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62598B2-0F92-CF69-B73A-6339FBE10C04}"/>
                </a:ext>
              </a:extLst>
            </p:cNvPr>
            <p:cNvSpPr txBox="1">
              <a:spLocks/>
            </p:cNvSpPr>
            <p:nvPr/>
          </p:nvSpPr>
          <p:spPr>
            <a:xfrm>
              <a:off x="471817" y="485960"/>
              <a:ext cx="41916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Share your initial ideas and any design inspirations. We will guide you through the details to clarify every aspect of your needs.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3C972CAA-EB20-1645-F921-9626D2A2DE0F}"/>
              </a:ext>
            </a:extLst>
          </p:cNvPr>
          <p:cNvSpPr txBox="1">
            <a:spLocks/>
          </p:cNvSpPr>
          <p:nvPr/>
        </p:nvSpPr>
        <p:spPr>
          <a:xfrm>
            <a:off x="838143" y="1868133"/>
            <a:ext cx="379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1</a:t>
            </a:r>
            <a:endParaRPr lang="zh-CN" altLang="en-US" sz="2800" b="1" dirty="0">
              <a:solidFill>
                <a:schemeClr val="accent4">
                  <a:lumMod val="50000"/>
                </a:schemeClr>
              </a:solidFill>
              <a:latin typeface="Inter" panose="02000503000000020004" pitchFamily="2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EC2C8AC-A14C-C096-8408-80833A001AB5}"/>
              </a:ext>
            </a:extLst>
          </p:cNvPr>
          <p:cNvCxnSpPr>
            <a:cxnSpLocks/>
          </p:cNvCxnSpPr>
          <p:nvPr/>
        </p:nvCxnSpPr>
        <p:spPr>
          <a:xfrm>
            <a:off x="1326619" y="2788224"/>
            <a:ext cx="4020029" cy="0"/>
          </a:xfrm>
          <a:prstGeom prst="line">
            <a:avLst/>
          </a:prstGeom>
          <a:ln>
            <a:gradFill flip="none" rotWithShape="1">
              <a:gsLst>
                <a:gs pos="0">
                  <a:schemeClr val="bg1">
                    <a:lumMod val="65000"/>
                    <a:alpha val="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弧形 31">
            <a:extLst>
              <a:ext uri="{FF2B5EF4-FFF2-40B4-BE49-F238E27FC236}">
                <a16:creationId xmlns:a16="http://schemas.microsoft.com/office/drawing/2014/main" id="{DE64B544-635F-C328-01DC-005BEB95F625}"/>
              </a:ext>
            </a:extLst>
          </p:cNvPr>
          <p:cNvSpPr>
            <a:spLocks/>
          </p:cNvSpPr>
          <p:nvPr/>
        </p:nvSpPr>
        <p:spPr>
          <a:xfrm rot="9071112">
            <a:off x="498654" y="1600617"/>
            <a:ext cx="1058252" cy="1058252"/>
          </a:xfrm>
          <a:prstGeom prst="arc">
            <a:avLst>
              <a:gd name="adj1" fmla="val 16200000"/>
              <a:gd name="adj2" fmla="val 10848669"/>
            </a:avLst>
          </a:prstGeom>
          <a:ln w="38100">
            <a:solidFill>
              <a:schemeClr val="tx2">
                <a:lumMod val="50000"/>
                <a:lumOff val="50000"/>
                <a:alpha val="5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445A94E-4528-A320-15CE-9B829D0AEDF4}"/>
              </a:ext>
            </a:extLst>
          </p:cNvPr>
          <p:cNvGrpSpPr/>
          <p:nvPr/>
        </p:nvGrpSpPr>
        <p:grpSpPr>
          <a:xfrm>
            <a:off x="6512054" y="1549696"/>
            <a:ext cx="4191605" cy="1202776"/>
            <a:chOff x="471817" y="114181"/>
            <a:chExt cx="4191605" cy="1202776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75D51F60-087A-4D3C-1C6A-8900FA84988D}"/>
                </a:ext>
              </a:extLst>
            </p:cNvPr>
            <p:cNvSpPr txBox="1">
              <a:spLocks/>
            </p:cNvSpPr>
            <p:nvPr/>
          </p:nvSpPr>
          <p:spPr>
            <a:xfrm>
              <a:off x="1217736" y="114181"/>
              <a:ext cx="26997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Design &amp; Craft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776896A2-D6F4-E74E-05AD-F9ED8EC33D01}"/>
                </a:ext>
              </a:extLst>
            </p:cNvPr>
            <p:cNvSpPr txBox="1">
              <a:spLocks/>
            </p:cNvSpPr>
            <p:nvPr/>
          </p:nvSpPr>
          <p:spPr>
            <a:xfrm>
              <a:off x="471817" y="485960"/>
              <a:ext cx="41916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We create an artwork and propose the most suitable crafting techniques exclusively for your project.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FF034322-A7E1-9746-EC3C-6C93916CF4DB}"/>
              </a:ext>
            </a:extLst>
          </p:cNvPr>
          <p:cNvSpPr txBox="1">
            <a:spLocks/>
          </p:cNvSpPr>
          <p:nvPr/>
        </p:nvSpPr>
        <p:spPr>
          <a:xfrm>
            <a:off x="6023578" y="1867593"/>
            <a:ext cx="379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2</a:t>
            </a:r>
            <a:endParaRPr lang="zh-CN" altLang="en-US" sz="2800" b="1" dirty="0">
              <a:solidFill>
                <a:schemeClr val="accent4">
                  <a:lumMod val="50000"/>
                </a:schemeClr>
              </a:solidFill>
              <a:latin typeface="Inter" panose="02000503000000020004" pitchFamily="2" charset="0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6A516CC-58BE-BA6E-52BE-BB324A82E123}"/>
              </a:ext>
            </a:extLst>
          </p:cNvPr>
          <p:cNvCxnSpPr>
            <a:cxnSpLocks/>
          </p:cNvCxnSpPr>
          <p:nvPr/>
        </p:nvCxnSpPr>
        <p:spPr>
          <a:xfrm>
            <a:off x="6512054" y="2787684"/>
            <a:ext cx="4020029" cy="0"/>
          </a:xfrm>
          <a:prstGeom prst="line">
            <a:avLst/>
          </a:prstGeom>
          <a:ln>
            <a:gradFill flip="none" rotWithShape="1">
              <a:gsLst>
                <a:gs pos="0">
                  <a:schemeClr val="bg1">
                    <a:lumMod val="65000"/>
                    <a:alpha val="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弧形 46">
            <a:extLst>
              <a:ext uri="{FF2B5EF4-FFF2-40B4-BE49-F238E27FC236}">
                <a16:creationId xmlns:a16="http://schemas.microsoft.com/office/drawing/2014/main" id="{C50FFFB0-83FD-49D7-2B9D-725096650C63}"/>
              </a:ext>
            </a:extLst>
          </p:cNvPr>
          <p:cNvSpPr>
            <a:spLocks/>
          </p:cNvSpPr>
          <p:nvPr/>
        </p:nvSpPr>
        <p:spPr>
          <a:xfrm rot="9071112">
            <a:off x="5684089" y="1600077"/>
            <a:ext cx="1058252" cy="1058252"/>
          </a:xfrm>
          <a:prstGeom prst="arc">
            <a:avLst>
              <a:gd name="adj1" fmla="val 16200000"/>
              <a:gd name="adj2" fmla="val 10848669"/>
            </a:avLst>
          </a:prstGeom>
          <a:ln w="38100">
            <a:solidFill>
              <a:schemeClr val="tx2">
                <a:lumMod val="50000"/>
                <a:lumOff val="50000"/>
                <a:alpha val="5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F1DA06F6-BFA4-2F36-B061-4D720ADB21B2}"/>
              </a:ext>
            </a:extLst>
          </p:cNvPr>
          <p:cNvGrpSpPr/>
          <p:nvPr/>
        </p:nvGrpSpPr>
        <p:grpSpPr>
          <a:xfrm>
            <a:off x="1326619" y="3063424"/>
            <a:ext cx="4191605" cy="1202776"/>
            <a:chOff x="471817" y="114181"/>
            <a:chExt cx="4191605" cy="1202776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4743130D-DFB1-8C3D-1299-339D6FDE243A}"/>
                </a:ext>
              </a:extLst>
            </p:cNvPr>
            <p:cNvSpPr txBox="1">
              <a:spLocks/>
            </p:cNvSpPr>
            <p:nvPr/>
          </p:nvSpPr>
          <p:spPr>
            <a:xfrm>
              <a:off x="1121101" y="114181"/>
              <a:ext cx="28930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Approval &amp; Quotation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A9787604-E7B9-CDDB-59E8-2A074211A1A2}"/>
                </a:ext>
              </a:extLst>
            </p:cNvPr>
            <p:cNvSpPr txBox="1">
              <a:spLocks/>
            </p:cNvSpPr>
            <p:nvPr/>
          </p:nvSpPr>
          <p:spPr>
            <a:xfrm>
              <a:off x="471817" y="485960"/>
              <a:ext cx="41916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We will provide the quotation after you confirm the artwork. You do not have any obligations before that.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B0214778-BB11-D608-D471-3BC6C96AB0FC}"/>
              </a:ext>
            </a:extLst>
          </p:cNvPr>
          <p:cNvSpPr txBox="1">
            <a:spLocks/>
          </p:cNvSpPr>
          <p:nvPr/>
        </p:nvSpPr>
        <p:spPr>
          <a:xfrm>
            <a:off x="838143" y="3381321"/>
            <a:ext cx="379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3</a:t>
            </a:r>
            <a:endParaRPr lang="zh-CN" altLang="en-US" sz="2800" b="1" dirty="0">
              <a:solidFill>
                <a:schemeClr val="accent4">
                  <a:lumMod val="50000"/>
                </a:schemeClr>
              </a:solidFill>
              <a:latin typeface="Inter" panose="02000503000000020004" pitchFamily="2" charset="0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F2C3C4CD-3D7A-24D0-1C5A-F59F1491D8E0}"/>
              </a:ext>
            </a:extLst>
          </p:cNvPr>
          <p:cNvCxnSpPr>
            <a:cxnSpLocks/>
          </p:cNvCxnSpPr>
          <p:nvPr/>
        </p:nvCxnSpPr>
        <p:spPr>
          <a:xfrm>
            <a:off x="1326619" y="4301412"/>
            <a:ext cx="4020029" cy="0"/>
          </a:xfrm>
          <a:prstGeom prst="line">
            <a:avLst/>
          </a:prstGeom>
          <a:ln>
            <a:gradFill flip="none" rotWithShape="1">
              <a:gsLst>
                <a:gs pos="0">
                  <a:schemeClr val="bg1">
                    <a:lumMod val="65000"/>
                    <a:alpha val="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弧形 53">
            <a:extLst>
              <a:ext uri="{FF2B5EF4-FFF2-40B4-BE49-F238E27FC236}">
                <a16:creationId xmlns:a16="http://schemas.microsoft.com/office/drawing/2014/main" id="{FD976C6A-609E-9961-08A0-0D638BC1EC0C}"/>
              </a:ext>
            </a:extLst>
          </p:cNvPr>
          <p:cNvSpPr>
            <a:spLocks/>
          </p:cNvSpPr>
          <p:nvPr/>
        </p:nvSpPr>
        <p:spPr>
          <a:xfrm rot="9071112">
            <a:off x="498654" y="3113805"/>
            <a:ext cx="1058252" cy="1058252"/>
          </a:xfrm>
          <a:prstGeom prst="arc">
            <a:avLst>
              <a:gd name="adj1" fmla="val 16200000"/>
              <a:gd name="adj2" fmla="val 10848669"/>
            </a:avLst>
          </a:prstGeom>
          <a:ln w="38100">
            <a:solidFill>
              <a:schemeClr val="tx2">
                <a:lumMod val="50000"/>
                <a:lumOff val="50000"/>
                <a:alpha val="5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8BD334FD-3836-6AE3-4A69-1A1FC94267A7}"/>
              </a:ext>
            </a:extLst>
          </p:cNvPr>
          <p:cNvGrpSpPr/>
          <p:nvPr/>
        </p:nvGrpSpPr>
        <p:grpSpPr>
          <a:xfrm>
            <a:off x="6512054" y="3062884"/>
            <a:ext cx="4191605" cy="956554"/>
            <a:chOff x="471817" y="114181"/>
            <a:chExt cx="4191605" cy="956554"/>
          </a:xfrm>
        </p:grpSpPr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735893FA-E17C-AF94-6481-D838CD5893F7}"/>
                </a:ext>
              </a:extLst>
            </p:cNvPr>
            <p:cNvSpPr txBox="1">
              <a:spLocks/>
            </p:cNvSpPr>
            <p:nvPr/>
          </p:nvSpPr>
          <p:spPr>
            <a:xfrm>
              <a:off x="1217736" y="114181"/>
              <a:ext cx="26997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Order &amp; Production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E5CE43DB-CB62-B7BE-78F5-DDDC903805F0}"/>
                </a:ext>
              </a:extLst>
            </p:cNvPr>
            <p:cNvSpPr txBox="1">
              <a:spLocks/>
            </p:cNvSpPr>
            <p:nvPr/>
          </p:nvSpPr>
          <p:spPr>
            <a:xfrm>
              <a:off x="471817" y="485960"/>
              <a:ext cx="41916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Upon your order confirmation and deposit, your design comes to life in our factory. 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81F5CA95-9B14-DCBE-3A1D-E406C12C7AE3}"/>
              </a:ext>
            </a:extLst>
          </p:cNvPr>
          <p:cNvSpPr txBox="1">
            <a:spLocks/>
          </p:cNvSpPr>
          <p:nvPr/>
        </p:nvSpPr>
        <p:spPr>
          <a:xfrm>
            <a:off x="6023578" y="3380781"/>
            <a:ext cx="379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4</a:t>
            </a:r>
            <a:endParaRPr lang="zh-CN" altLang="en-US" sz="2800" b="1" dirty="0">
              <a:solidFill>
                <a:schemeClr val="accent4">
                  <a:lumMod val="50000"/>
                </a:schemeClr>
              </a:solidFill>
              <a:latin typeface="Inter" panose="02000503000000020004" pitchFamily="2" charset="0"/>
            </a:endParaRP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8A199916-228F-AFA2-B906-873F42BA4AF9}"/>
              </a:ext>
            </a:extLst>
          </p:cNvPr>
          <p:cNvCxnSpPr>
            <a:cxnSpLocks/>
          </p:cNvCxnSpPr>
          <p:nvPr/>
        </p:nvCxnSpPr>
        <p:spPr>
          <a:xfrm>
            <a:off x="6512054" y="4300872"/>
            <a:ext cx="4020029" cy="0"/>
          </a:xfrm>
          <a:prstGeom prst="line">
            <a:avLst/>
          </a:prstGeom>
          <a:ln>
            <a:gradFill flip="none" rotWithShape="1">
              <a:gsLst>
                <a:gs pos="0">
                  <a:schemeClr val="bg1">
                    <a:lumMod val="65000"/>
                    <a:alpha val="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弧形 60">
            <a:extLst>
              <a:ext uri="{FF2B5EF4-FFF2-40B4-BE49-F238E27FC236}">
                <a16:creationId xmlns:a16="http://schemas.microsoft.com/office/drawing/2014/main" id="{C1C43379-B9B8-4498-DA3B-86C5A6CDEB23}"/>
              </a:ext>
            </a:extLst>
          </p:cNvPr>
          <p:cNvSpPr>
            <a:spLocks/>
          </p:cNvSpPr>
          <p:nvPr/>
        </p:nvSpPr>
        <p:spPr>
          <a:xfrm rot="9071112">
            <a:off x="5684089" y="3113265"/>
            <a:ext cx="1058252" cy="1058252"/>
          </a:xfrm>
          <a:prstGeom prst="arc">
            <a:avLst>
              <a:gd name="adj1" fmla="val 16200000"/>
              <a:gd name="adj2" fmla="val 10848669"/>
            </a:avLst>
          </a:prstGeom>
          <a:ln w="38100">
            <a:solidFill>
              <a:schemeClr val="tx2">
                <a:lumMod val="50000"/>
                <a:lumOff val="50000"/>
                <a:alpha val="5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83699D70-0A52-0BDF-AC23-45F9743DC669}"/>
              </a:ext>
            </a:extLst>
          </p:cNvPr>
          <p:cNvGrpSpPr/>
          <p:nvPr/>
        </p:nvGrpSpPr>
        <p:grpSpPr>
          <a:xfrm>
            <a:off x="1326619" y="4495209"/>
            <a:ext cx="4191605" cy="1202776"/>
            <a:chOff x="471817" y="114181"/>
            <a:chExt cx="4191605" cy="1202776"/>
          </a:xfrm>
        </p:grpSpPr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1A02DD37-80B5-8433-CE53-F07E923C8CEE}"/>
                </a:ext>
              </a:extLst>
            </p:cNvPr>
            <p:cNvSpPr txBox="1">
              <a:spLocks/>
            </p:cNvSpPr>
            <p:nvPr/>
          </p:nvSpPr>
          <p:spPr>
            <a:xfrm>
              <a:off x="1019660" y="114181"/>
              <a:ext cx="30959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Inspection &amp; Packaging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E91A8ED4-4041-C76D-207D-9C911848AB8F}"/>
                </a:ext>
              </a:extLst>
            </p:cNvPr>
            <p:cNvSpPr txBox="1">
              <a:spLocks/>
            </p:cNvSpPr>
            <p:nvPr/>
          </p:nvSpPr>
          <p:spPr>
            <a:xfrm>
              <a:off x="471817" y="485960"/>
              <a:ext cx="41916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Each product undergoes rigorous quality inspection and proper packaging to ensure it arrives undamaged.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66" name="文本框 65">
            <a:extLst>
              <a:ext uri="{FF2B5EF4-FFF2-40B4-BE49-F238E27FC236}">
                <a16:creationId xmlns:a16="http://schemas.microsoft.com/office/drawing/2014/main" id="{A67C211C-E909-2FED-F82C-11FDCB3A2F98}"/>
              </a:ext>
            </a:extLst>
          </p:cNvPr>
          <p:cNvSpPr txBox="1">
            <a:spLocks/>
          </p:cNvSpPr>
          <p:nvPr/>
        </p:nvSpPr>
        <p:spPr>
          <a:xfrm>
            <a:off x="838143" y="4813106"/>
            <a:ext cx="379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5</a:t>
            </a:r>
            <a:endParaRPr lang="zh-CN" altLang="en-US" sz="2800" b="1" dirty="0">
              <a:solidFill>
                <a:schemeClr val="accent4">
                  <a:lumMod val="50000"/>
                </a:schemeClr>
              </a:solidFill>
              <a:latin typeface="Inter" panose="02000503000000020004" pitchFamily="2" charset="0"/>
            </a:endParaRP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D4FB9CA4-E51F-C241-E81D-92428F5FD276}"/>
              </a:ext>
            </a:extLst>
          </p:cNvPr>
          <p:cNvCxnSpPr>
            <a:cxnSpLocks/>
          </p:cNvCxnSpPr>
          <p:nvPr/>
        </p:nvCxnSpPr>
        <p:spPr>
          <a:xfrm>
            <a:off x="1326619" y="5733197"/>
            <a:ext cx="4020029" cy="0"/>
          </a:xfrm>
          <a:prstGeom prst="line">
            <a:avLst/>
          </a:prstGeom>
          <a:ln>
            <a:gradFill flip="none" rotWithShape="1">
              <a:gsLst>
                <a:gs pos="0">
                  <a:schemeClr val="bg1">
                    <a:lumMod val="65000"/>
                    <a:alpha val="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弧形 67">
            <a:extLst>
              <a:ext uri="{FF2B5EF4-FFF2-40B4-BE49-F238E27FC236}">
                <a16:creationId xmlns:a16="http://schemas.microsoft.com/office/drawing/2014/main" id="{DD9F58FC-EE4F-1A0C-33AE-6D8A928CB436}"/>
              </a:ext>
            </a:extLst>
          </p:cNvPr>
          <p:cNvSpPr>
            <a:spLocks/>
          </p:cNvSpPr>
          <p:nvPr/>
        </p:nvSpPr>
        <p:spPr>
          <a:xfrm rot="9071112">
            <a:off x="498654" y="4545590"/>
            <a:ext cx="1058252" cy="1058252"/>
          </a:xfrm>
          <a:prstGeom prst="arc">
            <a:avLst>
              <a:gd name="adj1" fmla="val 16200000"/>
              <a:gd name="adj2" fmla="val 10848669"/>
            </a:avLst>
          </a:prstGeom>
          <a:ln w="38100">
            <a:solidFill>
              <a:schemeClr val="tx2">
                <a:lumMod val="50000"/>
                <a:lumOff val="50000"/>
                <a:alpha val="5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A9EBEA0D-063F-BE96-2D42-A287FA8AF6DE}"/>
              </a:ext>
            </a:extLst>
          </p:cNvPr>
          <p:cNvGrpSpPr/>
          <p:nvPr/>
        </p:nvGrpSpPr>
        <p:grpSpPr>
          <a:xfrm>
            <a:off x="6512054" y="4494669"/>
            <a:ext cx="4191605" cy="1202776"/>
            <a:chOff x="471817" y="114181"/>
            <a:chExt cx="4191605" cy="1202776"/>
          </a:xfrm>
        </p:grpSpPr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78EFE653-9747-B8D2-CD20-E89ECE418C6F}"/>
                </a:ext>
              </a:extLst>
            </p:cNvPr>
            <p:cNvSpPr txBox="1">
              <a:spLocks/>
            </p:cNvSpPr>
            <p:nvPr/>
          </p:nvSpPr>
          <p:spPr>
            <a:xfrm>
              <a:off x="873340" y="114181"/>
              <a:ext cx="33885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Logistics &amp; Transportation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4C7D7D60-23B9-7BE4-30BB-B492A2A79DD2}"/>
                </a:ext>
              </a:extLst>
            </p:cNvPr>
            <p:cNvSpPr txBox="1">
              <a:spLocks/>
            </p:cNvSpPr>
            <p:nvPr/>
          </p:nvSpPr>
          <p:spPr>
            <a:xfrm>
              <a:off x="471817" y="485960"/>
              <a:ext cx="41916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Your products are shipped via reliable international logistics. Tracking information will be provided for your peace of mind.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73" name="文本框 72">
            <a:extLst>
              <a:ext uri="{FF2B5EF4-FFF2-40B4-BE49-F238E27FC236}">
                <a16:creationId xmlns:a16="http://schemas.microsoft.com/office/drawing/2014/main" id="{225A22FB-F97F-E989-1B25-5B4DB73796D8}"/>
              </a:ext>
            </a:extLst>
          </p:cNvPr>
          <p:cNvSpPr txBox="1">
            <a:spLocks/>
          </p:cNvSpPr>
          <p:nvPr/>
        </p:nvSpPr>
        <p:spPr>
          <a:xfrm>
            <a:off x="6023578" y="4812566"/>
            <a:ext cx="379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6</a:t>
            </a:r>
            <a:endParaRPr lang="zh-CN" altLang="en-US" sz="2800" b="1" dirty="0">
              <a:solidFill>
                <a:schemeClr val="accent4">
                  <a:lumMod val="50000"/>
                </a:schemeClr>
              </a:solidFill>
              <a:latin typeface="Inter" panose="02000503000000020004" pitchFamily="2" charset="0"/>
            </a:endParaRP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F54A173E-6D70-F9CF-1E5F-F98E64A0D852}"/>
              </a:ext>
            </a:extLst>
          </p:cNvPr>
          <p:cNvCxnSpPr>
            <a:cxnSpLocks/>
          </p:cNvCxnSpPr>
          <p:nvPr/>
        </p:nvCxnSpPr>
        <p:spPr>
          <a:xfrm>
            <a:off x="6512054" y="5732657"/>
            <a:ext cx="4020029" cy="0"/>
          </a:xfrm>
          <a:prstGeom prst="line">
            <a:avLst/>
          </a:prstGeom>
          <a:ln>
            <a:gradFill flip="none" rotWithShape="1">
              <a:gsLst>
                <a:gs pos="0">
                  <a:schemeClr val="bg1">
                    <a:lumMod val="65000"/>
                    <a:alpha val="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弧形 74">
            <a:extLst>
              <a:ext uri="{FF2B5EF4-FFF2-40B4-BE49-F238E27FC236}">
                <a16:creationId xmlns:a16="http://schemas.microsoft.com/office/drawing/2014/main" id="{E81DFB6A-0203-4016-BD06-26C95566EEDD}"/>
              </a:ext>
            </a:extLst>
          </p:cNvPr>
          <p:cNvSpPr>
            <a:spLocks/>
          </p:cNvSpPr>
          <p:nvPr/>
        </p:nvSpPr>
        <p:spPr>
          <a:xfrm rot="9071112">
            <a:off x="5684089" y="4545050"/>
            <a:ext cx="1058252" cy="1058252"/>
          </a:xfrm>
          <a:prstGeom prst="arc">
            <a:avLst>
              <a:gd name="adj1" fmla="val 16200000"/>
              <a:gd name="adj2" fmla="val 10848669"/>
            </a:avLst>
          </a:prstGeom>
          <a:ln w="38100">
            <a:solidFill>
              <a:schemeClr val="tx2">
                <a:lumMod val="50000"/>
                <a:lumOff val="50000"/>
                <a:alpha val="5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0AD330D6-F01A-1375-8364-16084F10F801}"/>
              </a:ext>
            </a:extLst>
          </p:cNvPr>
          <p:cNvSpPr>
            <a:spLocks/>
          </p:cNvSpPr>
          <p:nvPr/>
        </p:nvSpPr>
        <p:spPr>
          <a:xfrm>
            <a:off x="914277" y="334362"/>
            <a:ext cx="4028651" cy="584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199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华文中宋" panose="02010600040101010101" pitchFamily="2" charset="-122"/>
              </a:rPr>
              <a:t>ORDERING GUIDE</a:t>
            </a:r>
            <a:endParaRPr lang="zh-CN" altLang="en-US" sz="3199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华文中宋" panose="02010600040101010101" pitchFamily="2" charset="-122"/>
            </a:endParaRPr>
          </a:p>
        </p:txBody>
      </p: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6D498AF3-4F85-41C8-A999-750F5E7FF6F2}"/>
              </a:ext>
            </a:extLst>
          </p:cNvPr>
          <p:cNvCxnSpPr>
            <a:cxnSpLocks/>
          </p:cNvCxnSpPr>
          <p:nvPr/>
        </p:nvCxnSpPr>
        <p:spPr>
          <a:xfrm flipH="1">
            <a:off x="649552" y="1021565"/>
            <a:ext cx="4556416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0B8741B1-01EF-9165-6A7D-0508707BD0BA}"/>
              </a:ext>
            </a:extLst>
          </p:cNvPr>
          <p:cNvCxnSpPr>
            <a:cxnSpLocks/>
          </p:cNvCxnSpPr>
          <p:nvPr/>
        </p:nvCxnSpPr>
        <p:spPr>
          <a:xfrm>
            <a:off x="649552" y="246084"/>
            <a:ext cx="4556416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05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D35FC-03D6-C865-39C7-2991B38EF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C8123B19-4F6D-9FB5-CE10-3FB8B464A00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sp>
        <p:nvSpPr>
          <p:cNvPr id="3" name="îṩlíḑè">
            <a:extLst>
              <a:ext uri="{FF2B5EF4-FFF2-40B4-BE49-F238E27FC236}">
                <a16:creationId xmlns:a16="http://schemas.microsoft.com/office/drawing/2014/main" id="{B65A0CC8-48AB-81F3-8A0B-6A75C237D0A7}"/>
              </a:ext>
            </a:extLst>
          </p:cNvPr>
          <p:cNvSpPr>
            <a:spLocks/>
          </p:cNvSpPr>
          <p:nvPr/>
        </p:nvSpPr>
        <p:spPr>
          <a:xfrm>
            <a:off x="11677650" y="369917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5" name="iṥḷídè">
            <a:extLst>
              <a:ext uri="{FF2B5EF4-FFF2-40B4-BE49-F238E27FC236}">
                <a16:creationId xmlns:a16="http://schemas.microsoft.com/office/drawing/2014/main" id="{1F5B38F8-97FB-A6D4-BD2D-DBBAAC95A138}"/>
              </a:ext>
            </a:extLst>
          </p:cNvPr>
          <p:cNvSpPr>
            <a:spLocks/>
          </p:cNvSpPr>
          <p:nvPr/>
        </p:nvSpPr>
        <p:spPr>
          <a:xfrm>
            <a:off x="11677650" y="354228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í$ḻïḋê">
            <a:extLst>
              <a:ext uri="{FF2B5EF4-FFF2-40B4-BE49-F238E27FC236}">
                <a16:creationId xmlns:a16="http://schemas.microsoft.com/office/drawing/2014/main" id="{B34CD54B-E2FD-CE1D-32E8-8F82437C6D52}"/>
              </a:ext>
            </a:extLst>
          </p:cNvPr>
          <p:cNvSpPr>
            <a:spLocks/>
          </p:cNvSpPr>
          <p:nvPr/>
        </p:nvSpPr>
        <p:spPr>
          <a:xfrm>
            <a:off x="11677650" y="3285139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8" name="îŝḷíḍê">
            <a:extLst>
              <a:ext uri="{FF2B5EF4-FFF2-40B4-BE49-F238E27FC236}">
                <a16:creationId xmlns:a16="http://schemas.microsoft.com/office/drawing/2014/main" id="{EF345D26-1B51-18DC-12B6-9D3DBC097B93}"/>
              </a:ext>
            </a:extLst>
          </p:cNvPr>
          <p:cNvSpPr>
            <a:spLocks/>
          </p:cNvSpPr>
          <p:nvPr/>
        </p:nvSpPr>
        <p:spPr>
          <a:xfrm>
            <a:off x="11677650" y="3063424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îşḻíďê">
            <a:extLst>
              <a:ext uri="{FF2B5EF4-FFF2-40B4-BE49-F238E27FC236}">
                <a16:creationId xmlns:a16="http://schemas.microsoft.com/office/drawing/2014/main" id="{807779D7-39DF-79CA-032D-DB1E57238370}"/>
              </a:ext>
            </a:extLst>
          </p:cNvPr>
          <p:cNvSpPr>
            <a:spLocks/>
          </p:cNvSpPr>
          <p:nvPr/>
        </p:nvSpPr>
        <p:spPr>
          <a:xfrm>
            <a:off x="11677650" y="3096707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11" name="išḷîḍê">
            <a:extLst>
              <a:ext uri="{FF2B5EF4-FFF2-40B4-BE49-F238E27FC236}">
                <a16:creationId xmlns:a16="http://schemas.microsoft.com/office/drawing/2014/main" id="{37B97242-A590-5682-DBFC-F8D7048762D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13" name="íṥḻiḍé">
            <a:extLst>
              <a:ext uri="{FF2B5EF4-FFF2-40B4-BE49-F238E27FC236}">
                <a16:creationId xmlns:a16="http://schemas.microsoft.com/office/drawing/2014/main" id="{4802C8D4-6E58-4DA8-F94D-FBA504668FF0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Light" panose="00020600040101010101" pitchFamily="18" charset="-122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Light" panose="00020600040101010101" pitchFamily="18" charset="-122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14" name="íṥļïdè">
            <a:extLst>
              <a:ext uri="{FF2B5EF4-FFF2-40B4-BE49-F238E27FC236}">
                <a16:creationId xmlns:a16="http://schemas.microsoft.com/office/drawing/2014/main" id="{245A6A62-A06C-BB58-E92B-FF93B21151D4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Light" panose="00020600040101010101" pitchFamily="18" charset="-122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PRODUCED BY MK</a:t>
            </a:r>
          </a:p>
        </p:txBody>
      </p:sp>
      <p:sp>
        <p:nvSpPr>
          <p:cNvPr id="16" name="íŝľïḋé">
            <a:extLst>
              <a:ext uri="{FF2B5EF4-FFF2-40B4-BE49-F238E27FC236}">
                <a16:creationId xmlns:a16="http://schemas.microsoft.com/office/drawing/2014/main" id="{3E2E3BED-6024-BCED-8748-D8006454EA3C}"/>
              </a:ext>
            </a:extLst>
          </p:cNvPr>
          <p:cNvSpPr txBox="1">
            <a:spLocks/>
          </p:cNvSpPr>
          <p:nvPr/>
        </p:nvSpPr>
        <p:spPr>
          <a:xfrm>
            <a:off x="10646531" y="6094856"/>
            <a:ext cx="124690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700" dirty="0">
                <a:solidFill>
                  <a:srgbClr val="FA4500"/>
                </a:solidFill>
                <a:latin typeface="阿里巴巴普惠体 Light" panose="00020600040101010101" pitchFamily="18" charset="-122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     05</a:t>
            </a:r>
          </a:p>
        </p:txBody>
      </p:sp>
      <p:sp>
        <p:nvSpPr>
          <p:cNvPr id="17" name="išḷíḋè">
            <a:extLst>
              <a:ext uri="{FF2B5EF4-FFF2-40B4-BE49-F238E27FC236}">
                <a16:creationId xmlns:a16="http://schemas.microsoft.com/office/drawing/2014/main" id="{ED300C4B-E93F-E3A4-C27E-83B510F54E21}"/>
              </a:ext>
            </a:extLst>
          </p:cNvPr>
          <p:cNvSpPr>
            <a:spLocks/>
          </p:cNvSpPr>
          <p:nvPr/>
        </p:nvSpPr>
        <p:spPr>
          <a:xfrm rot="3600000">
            <a:off x="11583993" y="6017563"/>
            <a:ext cx="358764" cy="354640"/>
          </a:xfrm>
          <a:prstGeom prst="arc">
            <a:avLst>
              <a:gd name="adj1" fmla="val 9301497"/>
              <a:gd name="adj2" fmla="val 5421245"/>
            </a:avLst>
          </a:prstGeom>
          <a:ln w="12700">
            <a:gradFill flip="none" rotWithShape="1">
              <a:gsLst>
                <a:gs pos="0">
                  <a:srgbClr val="FA4500">
                    <a:alpha val="0"/>
                  </a:srgbClr>
                </a:gs>
                <a:gs pos="52000">
                  <a:srgbClr val="FA4500"/>
                </a:gs>
              </a:gsLst>
              <a:lin ang="19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46FC8A7-65C8-0473-89B3-D82730871687}"/>
              </a:ext>
            </a:extLst>
          </p:cNvPr>
          <p:cNvSpPr txBox="1">
            <a:spLocks/>
          </p:cNvSpPr>
          <p:nvPr/>
        </p:nvSpPr>
        <p:spPr>
          <a:xfrm>
            <a:off x="249473" y="2274483"/>
            <a:ext cx="11155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F46D39"/>
                </a:solidFill>
                <a:latin typeface="Montserrat" pitchFamily="2" charset="0"/>
                <a:ea typeface="Inter" panose="02000503000000020004" pitchFamily="2" charset="0"/>
              </a:rPr>
              <a:t>Looking forward to collaborating with you</a:t>
            </a:r>
            <a:endParaRPr lang="zh-CN" altLang="en-US" sz="4000" dirty="0">
              <a:solidFill>
                <a:srgbClr val="F46D39"/>
              </a:solidFill>
              <a:latin typeface="Montserrat" pitchFamily="2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CBDDFB0-7A13-D378-855B-0BFB5E47EF89}"/>
              </a:ext>
            </a:extLst>
          </p:cNvPr>
          <p:cNvSpPr txBox="1">
            <a:spLocks/>
          </p:cNvSpPr>
          <p:nvPr/>
        </p:nvSpPr>
        <p:spPr>
          <a:xfrm>
            <a:off x="3334360" y="3397131"/>
            <a:ext cx="55232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We will meticulously bring your brilliant ideas to life for you.</a:t>
            </a:r>
            <a:endParaRPr lang="zh-CN" altLang="en-US" sz="2800" dirty="0">
              <a:latin typeface="Montserrat" pitchFamily="2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6D89958-B162-B090-16B3-DFA2D66C1784}"/>
              </a:ext>
            </a:extLst>
          </p:cNvPr>
          <p:cNvSpPr txBox="1">
            <a:spLocks/>
          </p:cNvSpPr>
          <p:nvPr/>
        </p:nvSpPr>
        <p:spPr>
          <a:xfrm>
            <a:off x="3373939" y="4735518"/>
            <a:ext cx="544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Montserrat" pitchFamily="2" charset="0"/>
              </a:rPr>
              <a:t>www.dmcrafts.com | contact@dmcrafts.com </a:t>
            </a:r>
            <a:endParaRPr lang="zh-CN" altLang="en-US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61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BCAAA-0151-2694-F716-71DB05D8F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8D89D9F9-9386-236F-9827-3F45BC68852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B4E31B6-3197-34D8-9C5A-B38F539A10FC}"/>
              </a:ext>
            </a:extLst>
          </p:cNvPr>
          <p:cNvSpPr>
            <a:spLocks/>
          </p:cNvSpPr>
          <p:nvPr/>
        </p:nvSpPr>
        <p:spPr>
          <a:xfrm>
            <a:off x="5036959" y="2063179"/>
            <a:ext cx="1696905" cy="2044937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100000">
                <a:schemeClr val="bg1">
                  <a:lumMod val="50000"/>
                </a:schemeClr>
              </a:gs>
            </a:gsLst>
            <a:lin ang="13500000" scaled="1"/>
            <a:tileRect/>
          </a:gradFill>
          <a:ln>
            <a:noFill/>
          </a:ln>
          <a:scene3d>
            <a:camera prst="orthographicFront"/>
            <a:lightRig rig="contrasting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646AF97-CA29-8784-4F55-C98F9EDF4CDA}"/>
              </a:ext>
            </a:extLst>
          </p:cNvPr>
          <p:cNvSpPr>
            <a:spLocks/>
          </p:cNvSpPr>
          <p:nvPr/>
        </p:nvSpPr>
        <p:spPr>
          <a:xfrm>
            <a:off x="5036959" y="4230218"/>
            <a:ext cx="1696905" cy="1125554"/>
          </a:xfrm>
          <a:prstGeom prst="rect">
            <a:avLst/>
          </a:prstGeom>
          <a:gradFill>
            <a:gsLst>
              <a:gs pos="0">
                <a:schemeClr val="bg1">
                  <a:lumMod val="65000"/>
                  <a:alpha val="61000"/>
                </a:schemeClr>
              </a:gs>
              <a:gs pos="40000">
                <a:schemeClr val="bg1">
                  <a:lumMod val="85000"/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0"/>
          </a:effectLst>
          <a:scene3d>
            <a:camera prst="orthographicFront"/>
            <a:lightRig rig="contrasting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57D102-B47D-D13F-3713-1C706E23ED4F}"/>
              </a:ext>
            </a:extLst>
          </p:cNvPr>
          <p:cNvSpPr>
            <a:spLocks/>
          </p:cNvSpPr>
          <p:nvPr/>
        </p:nvSpPr>
        <p:spPr>
          <a:xfrm>
            <a:off x="3174407" y="2025013"/>
            <a:ext cx="1752802" cy="211229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100000">
                <a:schemeClr val="bg1">
                  <a:lumMod val="50000"/>
                </a:schemeClr>
              </a:gs>
            </a:gsLst>
            <a:lin ang="13500000" scaled="1"/>
            <a:tileRect/>
          </a:gradFill>
          <a:ln>
            <a:noFill/>
          </a:ln>
          <a:scene3d>
            <a:camera prst="perspectiveRight"/>
            <a:lightRig rig="contrasting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92926BE-901C-7D28-18AB-2EC86D8BE240}"/>
              </a:ext>
            </a:extLst>
          </p:cNvPr>
          <p:cNvSpPr>
            <a:spLocks/>
          </p:cNvSpPr>
          <p:nvPr/>
        </p:nvSpPr>
        <p:spPr>
          <a:xfrm>
            <a:off x="3121068" y="4277506"/>
            <a:ext cx="1752802" cy="1162629"/>
          </a:xfrm>
          <a:prstGeom prst="rect">
            <a:avLst/>
          </a:prstGeom>
          <a:gradFill>
            <a:gsLst>
              <a:gs pos="0">
                <a:schemeClr val="bg1">
                  <a:lumMod val="65000"/>
                  <a:alpha val="61000"/>
                </a:schemeClr>
              </a:gs>
              <a:gs pos="40000">
                <a:schemeClr val="bg1">
                  <a:lumMod val="85000"/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0"/>
          </a:effectLst>
          <a:scene3d>
            <a:camera prst="perspectiveLeft">
              <a:rot lat="0" lon="1200001" rev="0"/>
            </a:camera>
            <a:lightRig rig="contrasting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AED9F8D-B939-2758-A052-CE98BA18F755}"/>
              </a:ext>
            </a:extLst>
          </p:cNvPr>
          <p:cNvSpPr>
            <a:spLocks/>
          </p:cNvSpPr>
          <p:nvPr/>
        </p:nvSpPr>
        <p:spPr>
          <a:xfrm>
            <a:off x="6840873" y="2025013"/>
            <a:ext cx="1752802" cy="211229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100000">
                <a:schemeClr val="bg1">
                  <a:lumMod val="50000"/>
                </a:schemeClr>
              </a:gs>
            </a:gsLst>
            <a:lin ang="13500000" scaled="1"/>
            <a:tileRect/>
          </a:gradFill>
          <a:ln>
            <a:noFill/>
          </a:ln>
          <a:scene3d>
            <a:camera prst="perspectiveLeft">
              <a:rot lat="0" lon="1200001" rev="0"/>
            </a:camera>
            <a:lightRig rig="contrasting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1F1185C-BDAB-6B9E-EA93-12D6FDCCCFFC}"/>
              </a:ext>
            </a:extLst>
          </p:cNvPr>
          <p:cNvSpPr>
            <a:spLocks/>
          </p:cNvSpPr>
          <p:nvPr/>
        </p:nvSpPr>
        <p:spPr>
          <a:xfrm>
            <a:off x="6894211" y="4277506"/>
            <a:ext cx="1752802" cy="1162629"/>
          </a:xfrm>
          <a:prstGeom prst="rect">
            <a:avLst/>
          </a:prstGeom>
          <a:gradFill>
            <a:gsLst>
              <a:gs pos="0">
                <a:schemeClr val="bg1">
                  <a:lumMod val="65000"/>
                  <a:alpha val="61000"/>
                </a:schemeClr>
              </a:gs>
              <a:gs pos="40000">
                <a:schemeClr val="bg1">
                  <a:lumMod val="85000"/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0"/>
          </a:effectLst>
          <a:scene3d>
            <a:camera prst="perspectiveRight"/>
            <a:lightRig rig="contrasting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33E694E-E468-A375-286E-0BC22E242AAC}"/>
              </a:ext>
            </a:extLst>
          </p:cNvPr>
          <p:cNvSpPr>
            <a:spLocks/>
          </p:cNvSpPr>
          <p:nvPr/>
        </p:nvSpPr>
        <p:spPr>
          <a:xfrm>
            <a:off x="1106701" y="1930059"/>
            <a:ext cx="1907358" cy="226672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</a:gsLst>
            <a:lin ang="13500000" scaled="1"/>
            <a:tileRect/>
          </a:gradFill>
          <a:ln>
            <a:noFill/>
          </a:ln>
          <a:scene3d>
            <a:camera prst="perspectiveRight">
              <a:rot lat="0" lon="20099999" rev="0"/>
            </a:camera>
            <a:lightRig rig="contrasting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14D40BE-BE54-53CA-D5C0-0C1FDA58F411}"/>
              </a:ext>
            </a:extLst>
          </p:cNvPr>
          <p:cNvSpPr>
            <a:spLocks/>
          </p:cNvSpPr>
          <p:nvPr/>
        </p:nvSpPr>
        <p:spPr>
          <a:xfrm>
            <a:off x="1023112" y="4372683"/>
            <a:ext cx="1907358" cy="1247631"/>
          </a:xfrm>
          <a:prstGeom prst="rect">
            <a:avLst/>
          </a:prstGeom>
          <a:gradFill>
            <a:gsLst>
              <a:gs pos="0">
                <a:schemeClr val="bg1">
                  <a:lumMod val="65000"/>
                  <a:alpha val="69000"/>
                </a:schemeClr>
              </a:gs>
              <a:gs pos="35000">
                <a:schemeClr val="bg1">
                  <a:lumMod val="85000"/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0"/>
          </a:effectLst>
          <a:scene3d>
            <a:camera prst="perspectiveLeft">
              <a:rot lat="0" lon="1500000" rev="0"/>
            </a:camera>
            <a:lightRig rig="contrasting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EAFBE2E-B386-249A-DFF8-E07135793475}"/>
              </a:ext>
            </a:extLst>
          </p:cNvPr>
          <p:cNvSpPr>
            <a:spLocks/>
          </p:cNvSpPr>
          <p:nvPr/>
        </p:nvSpPr>
        <p:spPr>
          <a:xfrm>
            <a:off x="8754023" y="1930059"/>
            <a:ext cx="1907358" cy="226672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100000">
                <a:schemeClr val="bg1">
                  <a:lumMod val="50000"/>
                </a:schemeClr>
              </a:gs>
            </a:gsLst>
            <a:lin ang="13500000" scaled="1"/>
            <a:tileRect/>
          </a:gradFill>
          <a:ln>
            <a:noFill/>
          </a:ln>
          <a:scene3d>
            <a:camera prst="perspectiveLeft">
              <a:rot lat="0" lon="1500000" rev="0"/>
            </a:camera>
            <a:lightRig rig="contrasting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1B05AEA-6CA5-C2AF-363B-C703ABE56799}"/>
              </a:ext>
            </a:extLst>
          </p:cNvPr>
          <p:cNvSpPr>
            <a:spLocks/>
          </p:cNvSpPr>
          <p:nvPr/>
        </p:nvSpPr>
        <p:spPr>
          <a:xfrm>
            <a:off x="8837612" y="4372683"/>
            <a:ext cx="1907358" cy="1247631"/>
          </a:xfrm>
          <a:prstGeom prst="rect">
            <a:avLst/>
          </a:prstGeom>
          <a:gradFill>
            <a:gsLst>
              <a:gs pos="0">
                <a:schemeClr val="bg1">
                  <a:lumMod val="65000"/>
                  <a:alpha val="61000"/>
                </a:schemeClr>
              </a:gs>
              <a:gs pos="40000">
                <a:schemeClr val="bg1">
                  <a:lumMod val="85000"/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0"/>
          </a:effectLst>
          <a:scene3d>
            <a:camera prst="perspectiveRight">
              <a:rot lat="0" lon="20099999" rev="0"/>
            </a:camera>
            <a:lightRig rig="contrasting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A69DCB0-7F1A-115F-8F50-F09EC278C864}"/>
              </a:ext>
            </a:extLst>
          </p:cNvPr>
          <p:cNvSpPr>
            <a:spLocks/>
          </p:cNvSpPr>
          <p:nvPr/>
        </p:nvSpPr>
        <p:spPr>
          <a:xfrm>
            <a:off x="4403868" y="1045676"/>
            <a:ext cx="3384261" cy="5846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199" dirty="0">
                <a:solidFill>
                  <a:schemeClr val="tx1">
                    <a:lumMod val="50000"/>
                    <a:lumOff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ATTACHMENTS</a:t>
            </a:r>
            <a:endParaRPr lang="zh-CN" altLang="en-US" sz="3199" dirty="0">
              <a:solidFill>
                <a:schemeClr val="tx1">
                  <a:lumMod val="50000"/>
                  <a:lumOff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F1D4559A-88DB-885F-8BA3-1B868476A018}"/>
              </a:ext>
            </a:extLst>
          </p:cNvPr>
          <p:cNvCxnSpPr>
            <a:cxnSpLocks/>
          </p:cNvCxnSpPr>
          <p:nvPr/>
        </p:nvCxnSpPr>
        <p:spPr>
          <a:xfrm flipH="1">
            <a:off x="3810530" y="1731467"/>
            <a:ext cx="45709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38971BC1-5358-D558-8F6D-0CE70DD52A91}"/>
              </a:ext>
            </a:extLst>
          </p:cNvPr>
          <p:cNvCxnSpPr>
            <a:cxnSpLocks/>
          </p:cNvCxnSpPr>
          <p:nvPr/>
        </p:nvCxnSpPr>
        <p:spPr>
          <a:xfrm>
            <a:off x="3810530" y="957856"/>
            <a:ext cx="45709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îṩlíḑè">
            <a:extLst>
              <a:ext uri="{FF2B5EF4-FFF2-40B4-BE49-F238E27FC236}">
                <a16:creationId xmlns:a16="http://schemas.microsoft.com/office/drawing/2014/main" id="{27277A0A-6726-5C7B-624B-D59A2C58E101}"/>
              </a:ext>
            </a:extLst>
          </p:cNvPr>
          <p:cNvSpPr>
            <a:spLocks/>
          </p:cNvSpPr>
          <p:nvPr/>
        </p:nvSpPr>
        <p:spPr>
          <a:xfrm>
            <a:off x="11672445" y="3264321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6" name="iṥḷídè">
            <a:extLst>
              <a:ext uri="{FF2B5EF4-FFF2-40B4-BE49-F238E27FC236}">
                <a16:creationId xmlns:a16="http://schemas.microsoft.com/office/drawing/2014/main" id="{F2B7576C-B985-F3DE-7A60-935755CC08FC}"/>
              </a:ext>
            </a:extLst>
          </p:cNvPr>
          <p:cNvSpPr>
            <a:spLocks/>
          </p:cNvSpPr>
          <p:nvPr/>
        </p:nvSpPr>
        <p:spPr>
          <a:xfrm>
            <a:off x="11672445" y="3107431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8" name="í$ḻïḋê">
            <a:extLst>
              <a:ext uri="{FF2B5EF4-FFF2-40B4-BE49-F238E27FC236}">
                <a16:creationId xmlns:a16="http://schemas.microsoft.com/office/drawing/2014/main" id="{C76CC8F8-0F08-4957-2A1D-A9FC19C87593}"/>
              </a:ext>
            </a:extLst>
          </p:cNvPr>
          <p:cNvSpPr>
            <a:spLocks/>
          </p:cNvSpPr>
          <p:nvPr/>
        </p:nvSpPr>
        <p:spPr>
          <a:xfrm>
            <a:off x="11679845" y="3642926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9" name="îŝḷíḍê">
            <a:extLst>
              <a:ext uri="{FF2B5EF4-FFF2-40B4-BE49-F238E27FC236}">
                <a16:creationId xmlns:a16="http://schemas.microsoft.com/office/drawing/2014/main" id="{A9542991-6B88-979C-6DE9-F5908F0BD0F7}"/>
              </a:ext>
            </a:extLst>
          </p:cNvPr>
          <p:cNvSpPr>
            <a:spLocks/>
          </p:cNvSpPr>
          <p:nvPr/>
        </p:nvSpPr>
        <p:spPr>
          <a:xfrm>
            <a:off x="11679845" y="3421211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îşḻíďê">
            <a:extLst>
              <a:ext uri="{FF2B5EF4-FFF2-40B4-BE49-F238E27FC236}">
                <a16:creationId xmlns:a16="http://schemas.microsoft.com/office/drawing/2014/main" id="{56C87690-7CBC-71C3-37FB-886C84387411}"/>
              </a:ext>
            </a:extLst>
          </p:cNvPr>
          <p:cNvSpPr>
            <a:spLocks/>
          </p:cNvSpPr>
          <p:nvPr/>
        </p:nvSpPr>
        <p:spPr>
          <a:xfrm>
            <a:off x="11679845" y="3454494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32" name="išḷîḍê">
            <a:extLst>
              <a:ext uri="{FF2B5EF4-FFF2-40B4-BE49-F238E27FC236}">
                <a16:creationId xmlns:a16="http://schemas.microsoft.com/office/drawing/2014/main" id="{19B4A1C2-B6E6-DD4A-7D7D-A6BB79F6CD7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34" name="íṥḻiḍé">
            <a:extLst>
              <a:ext uri="{FF2B5EF4-FFF2-40B4-BE49-F238E27FC236}">
                <a16:creationId xmlns:a16="http://schemas.microsoft.com/office/drawing/2014/main" id="{5868B30F-ED04-1BC9-0F98-18839E5B3747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35" name="íṥļïdè">
            <a:extLst>
              <a:ext uri="{FF2B5EF4-FFF2-40B4-BE49-F238E27FC236}">
                <a16:creationId xmlns:a16="http://schemas.microsoft.com/office/drawing/2014/main" id="{1A6F23A5-1DE8-0FC4-B787-8ADBD9A9FF5C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PRODUCED BY MK</a:t>
            </a:r>
          </a:p>
        </p:txBody>
      </p:sp>
      <p:sp>
        <p:nvSpPr>
          <p:cNvPr id="37" name="íŝľïḋé">
            <a:extLst>
              <a:ext uri="{FF2B5EF4-FFF2-40B4-BE49-F238E27FC236}">
                <a16:creationId xmlns:a16="http://schemas.microsoft.com/office/drawing/2014/main" id="{D055DE05-49C3-BC46-7A4C-06FFAEBCC331}"/>
              </a:ext>
            </a:extLst>
          </p:cNvPr>
          <p:cNvSpPr txBox="1">
            <a:spLocks/>
          </p:cNvSpPr>
          <p:nvPr/>
        </p:nvSpPr>
        <p:spPr>
          <a:xfrm>
            <a:off x="10646531" y="6094856"/>
            <a:ext cx="12469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00" dirty="0">
                <a:solidFill>
                  <a:srgbClr val="FA4500"/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D&amp;M CRAFTS     01</a:t>
            </a:r>
          </a:p>
        </p:txBody>
      </p:sp>
      <p:sp>
        <p:nvSpPr>
          <p:cNvPr id="38" name="išḷíḋè">
            <a:extLst>
              <a:ext uri="{FF2B5EF4-FFF2-40B4-BE49-F238E27FC236}">
                <a16:creationId xmlns:a16="http://schemas.microsoft.com/office/drawing/2014/main" id="{A8F833AF-F5E1-AC73-BC54-87B748339F47}"/>
              </a:ext>
            </a:extLst>
          </p:cNvPr>
          <p:cNvSpPr>
            <a:spLocks/>
          </p:cNvSpPr>
          <p:nvPr/>
        </p:nvSpPr>
        <p:spPr>
          <a:xfrm rot="3600000">
            <a:off x="11583993" y="6017563"/>
            <a:ext cx="358764" cy="354640"/>
          </a:xfrm>
          <a:prstGeom prst="arc">
            <a:avLst>
              <a:gd name="adj1" fmla="val 9301497"/>
              <a:gd name="adj2" fmla="val 5421245"/>
            </a:avLst>
          </a:prstGeom>
          <a:ln w="12700">
            <a:gradFill flip="none" rotWithShape="1">
              <a:gsLst>
                <a:gs pos="0">
                  <a:srgbClr val="FA4500">
                    <a:alpha val="0"/>
                  </a:srgbClr>
                </a:gs>
                <a:gs pos="52000">
                  <a:srgbClr val="FA4500"/>
                </a:gs>
              </a:gsLst>
              <a:lin ang="19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5877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41925-F9B7-7D1C-38CC-C98472208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B3C816E2-91BF-180D-1332-6E8FD2FF4BA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sp>
        <p:nvSpPr>
          <p:cNvPr id="3" name="îṩlíḑè">
            <a:extLst>
              <a:ext uri="{FF2B5EF4-FFF2-40B4-BE49-F238E27FC236}">
                <a16:creationId xmlns:a16="http://schemas.microsoft.com/office/drawing/2014/main" id="{DDDAEACE-7A18-EB52-096E-0722754C2C89}"/>
              </a:ext>
            </a:extLst>
          </p:cNvPr>
          <p:cNvSpPr>
            <a:spLocks/>
          </p:cNvSpPr>
          <p:nvPr/>
        </p:nvSpPr>
        <p:spPr>
          <a:xfrm>
            <a:off x="11677650" y="369917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5" name="iṥḷídè">
            <a:extLst>
              <a:ext uri="{FF2B5EF4-FFF2-40B4-BE49-F238E27FC236}">
                <a16:creationId xmlns:a16="http://schemas.microsoft.com/office/drawing/2014/main" id="{72E1C025-F159-D250-0211-9C4B94927B5E}"/>
              </a:ext>
            </a:extLst>
          </p:cNvPr>
          <p:cNvSpPr>
            <a:spLocks/>
          </p:cNvSpPr>
          <p:nvPr/>
        </p:nvSpPr>
        <p:spPr>
          <a:xfrm>
            <a:off x="11677650" y="354228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í$ḻïḋê">
            <a:extLst>
              <a:ext uri="{FF2B5EF4-FFF2-40B4-BE49-F238E27FC236}">
                <a16:creationId xmlns:a16="http://schemas.microsoft.com/office/drawing/2014/main" id="{5A084790-DB6A-B68B-2940-6DC7AA7D8EF7}"/>
              </a:ext>
            </a:extLst>
          </p:cNvPr>
          <p:cNvSpPr>
            <a:spLocks/>
          </p:cNvSpPr>
          <p:nvPr/>
        </p:nvSpPr>
        <p:spPr>
          <a:xfrm>
            <a:off x="11677650" y="3285139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8" name="îŝḷíḍê">
            <a:extLst>
              <a:ext uri="{FF2B5EF4-FFF2-40B4-BE49-F238E27FC236}">
                <a16:creationId xmlns:a16="http://schemas.microsoft.com/office/drawing/2014/main" id="{3676BDCB-635F-10B4-3D53-DEDBD539F866}"/>
              </a:ext>
            </a:extLst>
          </p:cNvPr>
          <p:cNvSpPr>
            <a:spLocks/>
          </p:cNvSpPr>
          <p:nvPr/>
        </p:nvSpPr>
        <p:spPr>
          <a:xfrm>
            <a:off x="11677650" y="3063424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îşḻíďê">
            <a:extLst>
              <a:ext uri="{FF2B5EF4-FFF2-40B4-BE49-F238E27FC236}">
                <a16:creationId xmlns:a16="http://schemas.microsoft.com/office/drawing/2014/main" id="{C4586370-50A9-314F-6316-C9F6F592E1A3}"/>
              </a:ext>
            </a:extLst>
          </p:cNvPr>
          <p:cNvSpPr>
            <a:spLocks/>
          </p:cNvSpPr>
          <p:nvPr/>
        </p:nvSpPr>
        <p:spPr>
          <a:xfrm>
            <a:off x="11677650" y="3096707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11" name="išḷîḍê">
            <a:extLst>
              <a:ext uri="{FF2B5EF4-FFF2-40B4-BE49-F238E27FC236}">
                <a16:creationId xmlns:a16="http://schemas.microsoft.com/office/drawing/2014/main" id="{3EF1A58B-D2C5-8766-DE67-27C9B5D60F9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13" name="íṥḻiḍé">
            <a:extLst>
              <a:ext uri="{FF2B5EF4-FFF2-40B4-BE49-F238E27FC236}">
                <a16:creationId xmlns:a16="http://schemas.microsoft.com/office/drawing/2014/main" id="{146BE212-F5FE-8704-8546-181EC66B554F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Light" panose="00020600040101010101" pitchFamily="18" charset="-122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Light" panose="00020600040101010101" pitchFamily="18" charset="-122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14" name="íṥļïdè">
            <a:extLst>
              <a:ext uri="{FF2B5EF4-FFF2-40B4-BE49-F238E27FC236}">
                <a16:creationId xmlns:a16="http://schemas.microsoft.com/office/drawing/2014/main" id="{95A2E7D6-76A4-6A30-6658-2FFD052BC6F8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Light" panose="00020600040101010101" pitchFamily="18" charset="-122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PRODUCED BY MK</a:t>
            </a:r>
          </a:p>
        </p:txBody>
      </p:sp>
      <p:sp>
        <p:nvSpPr>
          <p:cNvPr id="16" name="íŝľïḋé">
            <a:extLst>
              <a:ext uri="{FF2B5EF4-FFF2-40B4-BE49-F238E27FC236}">
                <a16:creationId xmlns:a16="http://schemas.microsoft.com/office/drawing/2014/main" id="{29A0C764-1772-3B97-16D2-2533B3081E69}"/>
              </a:ext>
            </a:extLst>
          </p:cNvPr>
          <p:cNvSpPr txBox="1">
            <a:spLocks/>
          </p:cNvSpPr>
          <p:nvPr/>
        </p:nvSpPr>
        <p:spPr>
          <a:xfrm>
            <a:off x="10646531" y="6094856"/>
            <a:ext cx="124690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700" dirty="0">
                <a:solidFill>
                  <a:srgbClr val="FA4500"/>
                </a:solidFill>
                <a:latin typeface="阿里巴巴普惠体 Light" panose="00020600040101010101" pitchFamily="18" charset="-122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     05</a:t>
            </a:r>
          </a:p>
        </p:txBody>
      </p:sp>
      <p:sp>
        <p:nvSpPr>
          <p:cNvPr id="17" name="išḷíḋè">
            <a:extLst>
              <a:ext uri="{FF2B5EF4-FFF2-40B4-BE49-F238E27FC236}">
                <a16:creationId xmlns:a16="http://schemas.microsoft.com/office/drawing/2014/main" id="{71EB46B1-4FA9-FB3C-4A7D-9CB46095DBFC}"/>
              </a:ext>
            </a:extLst>
          </p:cNvPr>
          <p:cNvSpPr>
            <a:spLocks/>
          </p:cNvSpPr>
          <p:nvPr/>
        </p:nvSpPr>
        <p:spPr>
          <a:xfrm rot="3600000">
            <a:off x="11583993" y="6017563"/>
            <a:ext cx="358764" cy="354640"/>
          </a:xfrm>
          <a:prstGeom prst="arc">
            <a:avLst>
              <a:gd name="adj1" fmla="val 9301497"/>
              <a:gd name="adj2" fmla="val 5421245"/>
            </a:avLst>
          </a:prstGeom>
          <a:ln w="12700">
            <a:gradFill flip="none" rotWithShape="1">
              <a:gsLst>
                <a:gs pos="0">
                  <a:srgbClr val="FA4500">
                    <a:alpha val="0"/>
                  </a:srgbClr>
                </a:gs>
                <a:gs pos="52000">
                  <a:srgbClr val="FA4500"/>
                </a:gs>
              </a:gsLst>
              <a:lin ang="19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028F25A-810F-E87D-BBF1-EDD8312F0BBF}"/>
              </a:ext>
            </a:extLst>
          </p:cNvPr>
          <p:cNvSpPr>
            <a:spLocks/>
          </p:cNvSpPr>
          <p:nvPr/>
        </p:nvSpPr>
        <p:spPr>
          <a:xfrm>
            <a:off x="914277" y="334362"/>
            <a:ext cx="4028651" cy="584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199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华文中宋" panose="02010600040101010101" pitchFamily="2" charset="-122"/>
              </a:rPr>
              <a:t>ORDERING GUIDE</a:t>
            </a:r>
            <a:endParaRPr lang="zh-CN" altLang="en-US" sz="3199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华文中宋" panose="02010600040101010101" pitchFamily="2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D924AA7F-3C03-BC8D-34FA-D005B86A0629}"/>
              </a:ext>
            </a:extLst>
          </p:cNvPr>
          <p:cNvCxnSpPr>
            <a:cxnSpLocks/>
          </p:cNvCxnSpPr>
          <p:nvPr/>
        </p:nvCxnSpPr>
        <p:spPr>
          <a:xfrm flipH="1">
            <a:off x="649552" y="1021565"/>
            <a:ext cx="4556416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4CC69BA-EE93-D7C2-F929-39A72E09C926}"/>
              </a:ext>
            </a:extLst>
          </p:cNvPr>
          <p:cNvCxnSpPr>
            <a:cxnSpLocks/>
          </p:cNvCxnSpPr>
          <p:nvPr/>
        </p:nvCxnSpPr>
        <p:spPr>
          <a:xfrm>
            <a:off x="649552" y="246084"/>
            <a:ext cx="4556416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257E1125-0200-36BE-EF01-4B716B4A1989}"/>
              </a:ext>
            </a:extLst>
          </p:cNvPr>
          <p:cNvGrpSpPr/>
          <p:nvPr/>
        </p:nvGrpSpPr>
        <p:grpSpPr>
          <a:xfrm>
            <a:off x="1141476" y="1352610"/>
            <a:ext cx="6364224" cy="888461"/>
            <a:chOff x="471817" y="78719"/>
            <a:chExt cx="8534443" cy="1191427"/>
          </a:xfrm>
        </p:grpSpPr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9678136A-0F3F-3EF6-91CB-CEA636550CB7}"/>
                </a:ext>
              </a:extLst>
            </p:cNvPr>
            <p:cNvSpPr txBox="1">
              <a:spLocks/>
            </p:cNvSpPr>
            <p:nvPr/>
          </p:nvSpPr>
          <p:spPr>
            <a:xfrm>
              <a:off x="720094" y="78719"/>
              <a:ext cx="4385900" cy="536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Soft Enamel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A6FF6D7E-5221-C33B-E900-0BDBA9D221AA}"/>
                </a:ext>
              </a:extLst>
            </p:cNvPr>
            <p:cNvSpPr txBox="1">
              <a:spLocks/>
            </p:cNvSpPr>
            <p:nvPr/>
          </p:nvSpPr>
          <p:spPr>
            <a:xfrm>
              <a:off x="471817" y="485961"/>
              <a:ext cx="8534443" cy="784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Share your initial ideas and any design inspirations. We will guide you through the details to clarify every aspect of your needs.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76DB2F14-C9B4-5A4D-2680-1269B201EA51}"/>
              </a:ext>
            </a:extLst>
          </p:cNvPr>
          <p:cNvSpPr txBox="1">
            <a:spLocks/>
          </p:cNvSpPr>
          <p:nvPr/>
        </p:nvSpPr>
        <p:spPr>
          <a:xfrm>
            <a:off x="722128" y="1542716"/>
            <a:ext cx="282829" cy="390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1</a:t>
            </a:r>
            <a:endParaRPr lang="zh-CN" altLang="en-US" sz="2800" b="1" dirty="0">
              <a:solidFill>
                <a:schemeClr val="accent4">
                  <a:lumMod val="50000"/>
                </a:schemeClr>
              </a:solidFill>
              <a:latin typeface="Inter" panose="02000503000000020004" pitchFamily="2" charset="0"/>
            </a:endParaRP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E6D1380C-BDCF-1523-0CB6-D079AD744E16}"/>
              </a:ext>
            </a:extLst>
          </p:cNvPr>
          <p:cNvCxnSpPr>
            <a:cxnSpLocks/>
          </p:cNvCxnSpPr>
          <p:nvPr/>
        </p:nvCxnSpPr>
        <p:spPr>
          <a:xfrm>
            <a:off x="1141476" y="2302236"/>
            <a:ext cx="6148324" cy="0"/>
          </a:xfrm>
          <a:prstGeom prst="line">
            <a:avLst/>
          </a:prstGeom>
          <a:ln>
            <a:gradFill flip="none" rotWithShape="1">
              <a:gsLst>
                <a:gs pos="0">
                  <a:schemeClr val="bg1">
                    <a:lumMod val="65000"/>
                    <a:alpha val="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弧形 58">
            <a:extLst>
              <a:ext uri="{FF2B5EF4-FFF2-40B4-BE49-F238E27FC236}">
                <a16:creationId xmlns:a16="http://schemas.microsoft.com/office/drawing/2014/main" id="{A0F63ED5-0CA5-CFA2-8B52-1327D9ACB51E}"/>
              </a:ext>
            </a:extLst>
          </p:cNvPr>
          <p:cNvSpPr>
            <a:spLocks/>
          </p:cNvSpPr>
          <p:nvPr/>
        </p:nvSpPr>
        <p:spPr>
          <a:xfrm rot="9071112">
            <a:off x="524054" y="1416624"/>
            <a:ext cx="789150" cy="789150"/>
          </a:xfrm>
          <a:prstGeom prst="arc">
            <a:avLst>
              <a:gd name="adj1" fmla="val 16200000"/>
              <a:gd name="adj2" fmla="val 10848669"/>
            </a:avLst>
          </a:prstGeom>
          <a:ln w="38100">
            <a:solidFill>
              <a:schemeClr val="tx2">
                <a:lumMod val="50000"/>
                <a:lumOff val="50000"/>
                <a:alpha val="5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F3891BB5-C364-37E2-6F09-90C998E3C57D}"/>
              </a:ext>
            </a:extLst>
          </p:cNvPr>
          <p:cNvGrpSpPr/>
          <p:nvPr/>
        </p:nvGrpSpPr>
        <p:grpSpPr>
          <a:xfrm>
            <a:off x="1166876" y="2335513"/>
            <a:ext cx="6364224" cy="888461"/>
            <a:chOff x="471817" y="78719"/>
            <a:chExt cx="8534443" cy="1191427"/>
          </a:xfrm>
        </p:grpSpPr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B0D45B1-C48B-EF54-A800-740FF658E784}"/>
                </a:ext>
              </a:extLst>
            </p:cNvPr>
            <p:cNvSpPr txBox="1">
              <a:spLocks/>
            </p:cNvSpPr>
            <p:nvPr/>
          </p:nvSpPr>
          <p:spPr>
            <a:xfrm>
              <a:off x="720094" y="78719"/>
              <a:ext cx="4385900" cy="536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Hard Enamel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0E94231C-DC62-33A0-51E1-E4371F351B4E}"/>
                </a:ext>
              </a:extLst>
            </p:cNvPr>
            <p:cNvSpPr txBox="1">
              <a:spLocks/>
            </p:cNvSpPr>
            <p:nvPr/>
          </p:nvSpPr>
          <p:spPr>
            <a:xfrm>
              <a:off x="471817" y="485961"/>
              <a:ext cx="8534443" cy="784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Share your initial ideas and any design inspirations. We will guide you through the details to clarify every aspect of your needs.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79" name="文本框 78">
            <a:extLst>
              <a:ext uri="{FF2B5EF4-FFF2-40B4-BE49-F238E27FC236}">
                <a16:creationId xmlns:a16="http://schemas.microsoft.com/office/drawing/2014/main" id="{2A726412-E75B-579F-A935-183DED63F0E9}"/>
              </a:ext>
            </a:extLst>
          </p:cNvPr>
          <p:cNvSpPr txBox="1">
            <a:spLocks/>
          </p:cNvSpPr>
          <p:nvPr/>
        </p:nvSpPr>
        <p:spPr>
          <a:xfrm>
            <a:off x="747528" y="2525619"/>
            <a:ext cx="282829" cy="390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1</a:t>
            </a:r>
            <a:endParaRPr lang="zh-CN" altLang="en-US" sz="2800" b="1" dirty="0">
              <a:solidFill>
                <a:schemeClr val="accent4">
                  <a:lumMod val="50000"/>
                </a:schemeClr>
              </a:solidFill>
              <a:latin typeface="Inter" panose="02000503000000020004" pitchFamily="2" charset="0"/>
            </a:endParaRPr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B1416108-B1B7-6297-2650-4CD263D0960D}"/>
              </a:ext>
            </a:extLst>
          </p:cNvPr>
          <p:cNvCxnSpPr>
            <a:cxnSpLocks/>
          </p:cNvCxnSpPr>
          <p:nvPr/>
        </p:nvCxnSpPr>
        <p:spPr>
          <a:xfrm>
            <a:off x="1166876" y="3285139"/>
            <a:ext cx="6148324" cy="0"/>
          </a:xfrm>
          <a:prstGeom prst="line">
            <a:avLst/>
          </a:prstGeom>
          <a:ln>
            <a:gradFill flip="none" rotWithShape="1">
              <a:gsLst>
                <a:gs pos="0">
                  <a:schemeClr val="bg1">
                    <a:lumMod val="65000"/>
                    <a:alpha val="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弧形 80">
            <a:extLst>
              <a:ext uri="{FF2B5EF4-FFF2-40B4-BE49-F238E27FC236}">
                <a16:creationId xmlns:a16="http://schemas.microsoft.com/office/drawing/2014/main" id="{C76232EA-1E1D-0931-211E-FFC8ACF64D6A}"/>
              </a:ext>
            </a:extLst>
          </p:cNvPr>
          <p:cNvSpPr>
            <a:spLocks/>
          </p:cNvSpPr>
          <p:nvPr/>
        </p:nvSpPr>
        <p:spPr>
          <a:xfrm rot="9071112">
            <a:off x="549454" y="2399527"/>
            <a:ext cx="789150" cy="789150"/>
          </a:xfrm>
          <a:prstGeom prst="arc">
            <a:avLst>
              <a:gd name="adj1" fmla="val 16200000"/>
              <a:gd name="adj2" fmla="val 10848669"/>
            </a:avLst>
          </a:prstGeom>
          <a:ln w="38100">
            <a:solidFill>
              <a:schemeClr val="tx2">
                <a:lumMod val="50000"/>
                <a:lumOff val="50000"/>
                <a:alpha val="5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A72878F3-8A86-07B0-D666-210D25401BBA}"/>
              </a:ext>
            </a:extLst>
          </p:cNvPr>
          <p:cNvGrpSpPr/>
          <p:nvPr/>
        </p:nvGrpSpPr>
        <p:grpSpPr>
          <a:xfrm>
            <a:off x="1141476" y="3377146"/>
            <a:ext cx="6364224" cy="888461"/>
            <a:chOff x="471817" y="78719"/>
            <a:chExt cx="8534443" cy="1191427"/>
          </a:xfrm>
        </p:grpSpPr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79E613D5-1543-4E91-BDF4-4DA1668EE225}"/>
                </a:ext>
              </a:extLst>
            </p:cNvPr>
            <p:cNvSpPr txBox="1">
              <a:spLocks/>
            </p:cNvSpPr>
            <p:nvPr/>
          </p:nvSpPr>
          <p:spPr>
            <a:xfrm>
              <a:off x="720094" y="78719"/>
              <a:ext cx="4385900" cy="536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UV Printing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6C3F72A5-CA8A-63EF-566D-A69FD3BA8D67}"/>
                </a:ext>
              </a:extLst>
            </p:cNvPr>
            <p:cNvSpPr txBox="1">
              <a:spLocks/>
            </p:cNvSpPr>
            <p:nvPr/>
          </p:nvSpPr>
          <p:spPr>
            <a:xfrm>
              <a:off x="471817" y="485961"/>
              <a:ext cx="8534443" cy="784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Share your initial ideas and any design inspirations. We will guide you through the details to clarify every aspect of your needs.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86" name="文本框 85">
            <a:extLst>
              <a:ext uri="{FF2B5EF4-FFF2-40B4-BE49-F238E27FC236}">
                <a16:creationId xmlns:a16="http://schemas.microsoft.com/office/drawing/2014/main" id="{DE7C8FA9-3399-1FEF-A70D-5D1482D06DFF}"/>
              </a:ext>
            </a:extLst>
          </p:cNvPr>
          <p:cNvSpPr txBox="1">
            <a:spLocks/>
          </p:cNvSpPr>
          <p:nvPr/>
        </p:nvSpPr>
        <p:spPr>
          <a:xfrm>
            <a:off x="722128" y="3567252"/>
            <a:ext cx="282829" cy="390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1</a:t>
            </a:r>
            <a:endParaRPr lang="zh-CN" altLang="en-US" sz="2800" b="1" dirty="0">
              <a:solidFill>
                <a:schemeClr val="accent4">
                  <a:lumMod val="50000"/>
                </a:schemeClr>
              </a:solidFill>
              <a:latin typeface="Inter" panose="02000503000000020004" pitchFamily="2" charset="0"/>
            </a:endParaRPr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C305DE1A-9B84-A0AE-B83E-122168347CD6}"/>
              </a:ext>
            </a:extLst>
          </p:cNvPr>
          <p:cNvCxnSpPr>
            <a:cxnSpLocks/>
          </p:cNvCxnSpPr>
          <p:nvPr/>
        </p:nvCxnSpPr>
        <p:spPr>
          <a:xfrm>
            <a:off x="1141476" y="4326772"/>
            <a:ext cx="6148324" cy="0"/>
          </a:xfrm>
          <a:prstGeom prst="line">
            <a:avLst/>
          </a:prstGeom>
          <a:ln>
            <a:gradFill flip="none" rotWithShape="1">
              <a:gsLst>
                <a:gs pos="0">
                  <a:schemeClr val="bg1">
                    <a:lumMod val="65000"/>
                    <a:alpha val="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弧形 87">
            <a:extLst>
              <a:ext uri="{FF2B5EF4-FFF2-40B4-BE49-F238E27FC236}">
                <a16:creationId xmlns:a16="http://schemas.microsoft.com/office/drawing/2014/main" id="{072701E9-E711-3F64-242A-4BCAC0FB0F99}"/>
              </a:ext>
            </a:extLst>
          </p:cNvPr>
          <p:cNvSpPr>
            <a:spLocks/>
          </p:cNvSpPr>
          <p:nvPr/>
        </p:nvSpPr>
        <p:spPr>
          <a:xfrm rot="9071112">
            <a:off x="524054" y="3441160"/>
            <a:ext cx="789150" cy="789150"/>
          </a:xfrm>
          <a:prstGeom prst="arc">
            <a:avLst>
              <a:gd name="adj1" fmla="val 16200000"/>
              <a:gd name="adj2" fmla="val 10848669"/>
            </a:avLst>
          </a:prstGeom>
          <a:ln w="38100">
            <a:solidFill>
              <a:schemeClr val="tx2">
                <a:lumMod val="50000"/>
                <a:lumOff val="50000"/>
                <a:alpha val="5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01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E56FB-EDAB-C218-9502-7DAE7DA1E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5331BFB3-49C3-CB63-5ED8-FC8E686906E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C980BCDE-EFD4-1775-A654-1A7858F7126B}"/>
              </a:ext>
            </a:extLst>
          </p:cNvPr>
          <p:cNvSpPr>
            <a:spLocks/>
          </p:cNvSpPr>
          <p:nvPr/>
        </p:nvSpPr>
        <p:spPr>
          <a:xfrm>
            <a:off x="914277" y="334362"/>
            <a:ext cx="4028651" cy="584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199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ORDERING GUIDE</a:t>
            </a:r>
            <a:endParaRPr lang="zh-CN" altLang="en-US" sz="3199" b="1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80200AC0-6DF9-622A-124D-1CF49033AEF1}"/>
              </a:ext>
            </a:extLst>
          </p:cNvPr>
          <p:cNvCxnSpPr>
            <a:cxnSpLocks/>
          </p:cNvCxnSpPr>
          <p:nvPr/>
        </p:nvCxnSpPr>
        <p:spPr>
          <a:xfrm flipH="1">
            <a:off x="649552" y="1021565"/>
            <a:ext cx="4556416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919C597-6DA3-ADA3-180F-F43DFFCD22B7}"/>
              </a:ext>
            </a:extLst>
          </p:cNvPr>
          <p:cNvCxnSpPr>
            <a:cxnSpLocks/>
          </p:cNvCxnSpPr>
          <p:nvPr/>
        </p:nvCxnSpPr>
        <p:spPr>
          <a:xfrm>
            <a:off x="649552" y="246084"/>
            <a:ext cx="4556416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îṩlíḑè">
            <a:extLst>
              <a:ext uri="{FF2B5EF4-FFF2-40B4-BE49-F238E27FC236}">
                <a16:creationId xmlns:a16="http://schemas.microsoft.com/office/drawing/2014/main" id="{86676DB1-B4A0-FED7-0811-90EB9C9C494C}"/>
              </a:ext>
            </a:extLst>
          </p:cNvPr>
          <p:cNvSpPr>
            <a:spLocks/>
          </p:cNvSpPr>
          <p:nvPr/>
        </p:nvSpPr>
        <p:spPr>
          <a:xfrm>
            <a:off x="11672445" y="3264321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9" name="iṥḷídè">
            <a:extLst>
              <a:ext uri="{FF2B5EF4-FFF2-40B4-BE49-F238E27FC236}">
                <a16:creationId xmlns:a16="http://schemas.microsoft.com/office/drawing/2014/main" id="{9E2F371C-CFD2-D5F6-DDF8-7002AE5741E0}"/>
              </a:ext>
            </a:extLst>
          </p:cNvPr>
          <p:cNvSpPr>
            <a:spLocks/>
          </p:cNvSpPr>
          <p:nvPr/>
        </p:nvSpPr>
        <p:spPr>
          <a:xfrm>
            <a:off x="11672445" y="3107431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1" name="í$ḻïḋê">
            <a:extLst>
              <a:ext uri="{FF2B5EF4-FFF2-40B4-BE49-F238E27FC236}">
                <a16:creationId xmlns:a16="http://schemas.microsoft.com/office/drawing/2014/main" id="{DA1C5407-9941-503C-719E-A99055C65791}"/>
              </a:ext>
            </a:extLst>
          </p:cNvPr>
          <p:cNvSpPr>
            <a:spLocks/>
          </p:cNvSpPr>
          <p:nvPr/>
        </p:nvSpPr>
        <p:spPr>
          <a:xfrm>
            <a:off x="11679845" y="3642926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2" name="îŝḷíḍê">
            <a:extLst>
              <a:ext uri="{FF2B5EF4-FFF2-40B4-BE49-F238E27FC236}">
                <a16:creationId xmlns:a16="http://schemas.microsoft.com/office/drawing/2014/main" id="{603C33C3-85A6-535C-7F3D-A763587EE4BC}"/>
              </a:ext>
            </a:extLst>
          </p:cNvPr>
          <p:cNvSpPr>
            <a:spLocks/>
          </p:cNvSpPr>
          <p:nvPr/>
        </p:nvSpPr>
        <p:spPr>
          <a:xfrm>
            <a:off x="11679845" y="3421211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5" name="îşḻíďê">
            <a:extLst>
              <a:ext uri="{FF2B5EF4-FFF2-40B4-BE49-F238E27FC236}">
                <a16:creationId xmlns:a16="http://schemas.microsoft.com/office/drawing/2014/main" id="{997E34E1-23A8-3260-CF71-29EF2C1DDEC3}"/>
              </a:ext>
            </a:extLst>
          </p:cNvPr>
          <p:cNvSpPr>
            <a:spLocks/>
          </p:cNvSpPr>
          <p:nvPr/>
        </p:nvSpPr>
        <p:spPr>
          <a:xfrm>
            <a:off x="11679845" y="3454494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27" name="išḷîḍê">
            <a:extLst>
              <a:ext uri="{FF2B5EF4-FFF2-40B4-BE49-F238E27FC236}">
                <a16:creationId xmlns:a16="http://schemas.microsoft.com/office/drawing/2014/main" id="{005A32C0-092E-1229-EEB4-49095560360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29" name="íṥḻiḍé">
            <a:extLst>
              <a:ext uri="{FF2B5EF4-FFF2-40B4-BE49-F238E27FC236}">
                <a16:creationId xmlns:a16="http://schemas.microsoft.com/office/drawing/2014/main" id="{1E4B8982-1BDA-733C-3824-E1A488DDCEF9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30" name="íṥļïdè">
            <a:extLst>
              <a:ext uri="{FF2B5EF4-FFF2-40B4-BE49-F238E27FC236}">
                <a16:creationId xmlns:a16="http://schemas.microsoft.com/office/drawing/2014/main" id="{35EA8C8F-C064-0CAE-6522-8D27F7559A3F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PRODUCED BY MK</a:t>
            </a:r>
          </a:p>
        </p:txBody>
      </p:sp>
      <p:sp>
        <p:nvSpPr>
          <p:cNvPr id="32" name="íŝľïḋé">
            <a:extLst>
              <a:ext uri="{FF2B5EF4-FFF2-40B4-BE49-F238E27FC236}">
                <a16:creationId xmlns:a16="http://schemas.microsoft.com/office/drawing/2014/main" id="{1696CA2F-F3B9-5BFF-E332-EF5C25A98941}"/>
              </a:ext>
            </a:extLst>
          </p:cNvPr>
          <p:cNvSpPr txBox="1">
            <a:spLocks/>
          </p:cNvSpPr>
          <p:nvPr/>
        </p:nvSpPr>
        <p:spPr>
          <a:xfrm>
            <a:off x="10646531" y="6094856"/>
            <a:ext cx="12469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00" dirty="0">
                <a:solidFill>
                  <a:srgbClr val="FA4500"/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D&amp;M CRAFTS     01</a:t>
            </a:r>
          </a:p>
        </p:txBody>
      </p:sp>
      <p:sp>
        <p:nvSpPr>
          <p:cNvPr id="33" name="išḷíḋè">
            <a:extLst>
              <a:ext uri="{FF2B5EF4-FFF2-40B4-BE49-F238E27FC236}">
                <a16:creationId xmlns:a16="http://schemas.microsoft.com/office/drawing/2014/main" id="{9C602F6F-7839-20EE-3B26-02005E443FD2}"/>
              </a:ext>
            </a:extLst>
          </p:cNvPr>
          <p:cNvSpPr>
            <a:spLocks/>
          </p:cNvSpPr>
          <p:nvPr/>
        </p:nvSpPr>
        <p:spPr>
          <a:xfrm rot="3600000">
            <a:off x="11583993" y="6017563"/>
            <a:ext cx="358764" cy="354640"/>
          </a:xfrm>
          <a:prstGeom prst="arc">
            <a:avLst>
              <a:gd name="adj1" fmla="val 9301497"/>
              <a:gd name="adj2" fmla="val 5421245"/>
            </a:avLst>
          </a:prstGeom>
          <a:ln w="12700">
            <a:gradFill flip="none" rotWithShape="1">
              <a:gsLst>
                <a:gs pos="0">
                  <a:srgbClr val="FA4500">
                    <a:alpha val="0"/>
                  </a:srgbClr>
                </a:gs>
                <a:gs pos="52000">
                  <a:srgbClr val="FA4500"/>
                </a:gs>
              </a:gsLst>
              <a:lin ang="19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F8055CC-452A-5109-7E48-C396C4BE3E69}"/>
              </a:ext>
            </a:extLst>
          </p:cNvPr>
          <p:cNvSpPr txBox="1">
            <a:spLocks/>
          </p:cNvSpPr>
          <p:nvPr/>
        </p:nvSpPr>
        <p:spPr>
          <a:xfrm>
            <a:off x="2072538" y="1550236"/>
            <a:ext cx="2699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Inquiry &amp;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Consultation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3B33FD4-EBCD-2A44-B822-F950DD6AF80B}"/>
              </a:ext>
            </a:extLst>
          </p:cNvPr>
          <p:cNvSpPr txBox="1">
            <a:spLocks/>
          </p:cNvSpPr>
          <p:nvPr/>
        </p:nvSpPr>
        <p:spPr>
          <a:xfrm>
            <a:off x="1326619" y="1922015"/>
            <a:ext cx="41916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Share your initial ideas and any design inspirations. We will guide you through the details to clarify every aspect of your needs.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4384678-8DFC-8396-FE93-3D0C3547B2AD}"/>
              </a:ext>
            </a:extLst>
          </p:cNvPr>
          <p:cNvSpPr>
            <a:spLocks/>
          </p:cNvSpPr>
          <p:nvPr/>
        </p:nvSpPr>
        <p:spPr>
          <a:xfrm>
            <a:off x="696554" y="1444608"/>
            <a:ext cx="4760686" cy="1414032"/>
          </a:xfrm>
          <a:prstGeom prst="roundRect">
            <a:avLst/>
          </a:prstGeom>
          <a:noFill/>
          <a:ln>
            <a:gradFill>
              <a:gsLst>
                <a:gs pos="0">
                  <a:schemeClr val="bg1">
                    <a:lumMod val="50000"/>
                  </a:schemeClr>
                </a:gs>
                <a:gs pos="75000">
                  <a:schemeClr val="bg1">
                    <a:lumMod val="75000"/>
                  </a:schemeClr>
                </a:gs>
                <a:gs pos="4400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9953A9B-4F7C-8C62-8CEB-D280204510E6}"/>
              </a:ext>
            </a:extLst>
          </p:cNvPr>
          <p:cNvSpPr>
            <a:spLocks/>
          </p:cNvSpPr>
          <p:nvPr/>
        </p:nvSpPr>
        <p:spPr>
          <a:xfrm>
            <a:off x="5719172" y="1444608"/>
            <a:ext cx="4760686" cy="1414032"/>
          </a:xfrm>
          <a:prstGeom prst="roundRect">
            <a:avLst/>
          </a:prstGeom>
          <a:noFill/>
          <a:ln>
            <a:gradFill>
              <a:gsLst>
                <a:gs pos="0">
                  <a:schemeClr val="bg1">
                    <a:lumMod val="50000"/>
                  </a:schemeClr>
                </a:gs>
                <a:gs pos="75000">
                  <a:schemeClr val="bg1">
                    <a:lumMod val="75000"/>
                  </a:schemeClr>
                </a:gs>
                <a:gs pos="4400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FA184F3-DCE1-27C3-4ABB-A36477A2A1BF}"/>
              </a:ext>
            </a:extLst>
          </p:cNvPr>
          <p:cNvSpPr>
            <a:spLocks/>
          </p:cNvSpPr>
          <p:nvPr/>
        </p:nvSpPr>
        <p:spPr>
          <a:xfrm>
            <a:off x="696554" y="3116978"/>
            <a:ext cx="4760686" cy="1414032"/>
          </a:xfrm>
          <a:prstGeom prst="roundRect">
            <a:avLst/>
          </a:prstGeom>
          <a:noFill/>
          <a:ln>
            <a:gradFill>
              <a:gsLst>
                <a:gs pos="0">
                  <a:schemeClr val="bg1">
                    <a:lumMod val="50000"/>
                  </a:schemeClr>
                </a:gs>
                <a:gs pos="75000">
                  <a:schemeClr val="bg1">
                    <a:lumMod val="75000"/>
                  </a:schemeClr>
                </a:gs>
                <a:gs pos="4400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03BC7067-AA25-488D-632E-A2439101D550}"/>
              </a:ext>
            </a:extLst>
          </p:cNvPr>
          <p:cNvSpPr>
            <a:spLocks/>
          </p:cNvSpPr>
          <p:nvPr/>
        </p:nvSpPr>
        <p:spPr>
          <a:xfrm>
            <a:off x="5719172" y="3116978"/>
            <a:ext cx="4760686" cy="1414032"/>
          </a:xfrm>
          <a:prstGeom prst="roundRect">
            <a:avLst/>
          </a:prstGeom>
          <a:noFill/>
          <a:ln>
            <a:gradFill>
              <a:gsLst>
                <a:gs pos="0">
                  <a:schemeClr val="bg1">
                    <a:lumMod val="50000"/>
                  </a:schemeClr>
                </a:gs>
                <a:gs pos="75000">
                  <a:schemeClr val="bg1">
                    <a:lumMod val="75000"/>
                  </a:schemeClr>
                </a:gs>
                <a:gs pos="4400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73A5514F-2EF8-CD3E-5E46-C9D176B0AEDF}"/>
              </a:ext>
            </a:extLst>
          </p:cNvPr>
          <p:cNvSpPr>
            <a:spLocks/>
          </p:cNvSpPr>
          <p:nvPr/>
        </p:nvSpPr>
        <p:spPr>
          <a:xfrm>
            <a:off x="720942" y="4767585"/>
            <a:ext cx="4760686" cy="1414032"/>
          </a:xfrm>
          <a:prstGeom prst="roundRect">
            <a:avLst/>
          </a:prstGeom>
          <a:noFill/>
          <a:ln>
            <a:gradFill>
              <a:gsLst>
                <a:gs pos="0">
                  <a:schemeClr val="bg1">
                    <a:lumMod val="50000"/>
                  </a:schemeClr>
                </a:gs>
                <a:gs pos="75000">
                  <a:schemeClr val="bg1">
                    <a:lumMod val="75000"/>
                  </a:schemeClr>
                </a:gs>
                <a:gs pos="4400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1B33804C-9A3D-A759-3ADA-D1FD93DC7281}"/>
              </a:ext>
            </a:extLst>
          </p:cNvPr>
          <p:cNvSpPr>
            <a:spLocks/>
          </p:cNvSpPr>
          <p:nvPr/>
        </p:nvSpPr>
        <p:spPr>
          <a:xfrm>
            <a:off x="5743560" y="4767585"/>
            <a:ext cx="4760686" cy="1414032"/>
          </a:xfrm>
          <a:prstGeom prst="roundRect">
            <a:avLst/>
          </a:prstGeom>
          <a:noFill/>
          <a:ln>
            <a:gradFill>
              <a:gsLst>
                <a:gs pos="0">
                  <a:schemeClr val="bg1">
                    <a:lumMod val="50000"/>
                  </a:schemeClr>
                </a:gs>
                <a:gs pos="75000">
                  <a:schemeClr val="bg1">
                    <a:lumMod val="75000"/>
                  </a:schemeClr>
                </a:gs>
                <a:gs pos="4400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2A42BC7-7661-A91A-9108-FAECA8AF4221}"/>
              </a:ext>
            </a:extLst>
          </p:cNvPr>
          <p:cNvSpPr txBox="1">
            <a:spLocks/>
          </p:cNvSpPr>
          <p:nvPr/>
        </p:nvSpPr>
        <p:spPr>
          <a:xfrm>
            <a:off x="7049735" y="1550236"/>
            <a:ext cx="2699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Design &amp; Craft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AE7D3B5-AF53-148B-7954-A6592EE911EF}"/>
              </a:ext>
            </a:extLst>
          </p:cNvPr>
          <p:cNvSpPr txBox="1">
            <a:spLocks/>
          </p:cNvSpPr>
          <p:nvPr/>
        </p:nvSpPr>
        <p:spPr>
          <a:xfrm>
            <a:off x="6303816" y="1922015"/>
            <a:ext cx="41916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 create an artwork and propose the most suitable crafting techniques exclusively for your project.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C91B95B-5F58-C10A-89A5-83AF1C1E7151}"/>
              </a:ext>
            </a:extLst>
          </p:cNvPr>
          <p:cNvSpPr txBox="1">
            <a:spLocks/>
          </p:cNvSpPr>
          <p:nvPr/>
        </p:nvSpPr>
        <p:spPr>
          <a:xfrm>
            <a:off x="1865244" y="3222606"/>
            <a:ext cx="2992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Approval &amp; Quotation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5716B730-083B-9791-2A3F-6B2A03B54F49}"/>
              </a:ext>
            </a:extLst>
          </p:cNvPr>
          <p:cNvSpPr txBox="1">
            <a:spLocks/>
          </p:cNvSpPr>
          <p:nvPr/>
        </p:nvSpPr>
        <p:spPr>
          <a:xfrm>
            <a:off x="1265635" y="3594385"/>
            <a:ext cx="41916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 will provide the quotation after you confirm the artwork. You do not have any obligations before that.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BCD1115-9A37-B9B2-DCEB-64A1CF410B6F}"/>
              </a:ext>
            </a:extLst>
          </p:cNvPr>
          <p:cNvSpPr txBox="1">
            <a:spLocks/>
          </p:cNvSpPr>
          <p:nvPr/>
        </p:nvSpPr>
        <p:spPr>
          <a:xfrm>
            <a:off x="6903425" y="3218747"/>
            <a:ext cx="2992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Order &amp; Production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74FD355-3636-01FD-4FEE-2229E052D55F}"/>
              </a:ext>
            </a:extLst>
          </p:cNvPr>
          <p:cNvSpPr txBox="1">
            <a:spLocks/>
          </p:cNvSpPr>
          <p:nvPr/>
        </p:nvSpPr>
        <p:spPr>
          <a:xfrm>
            <a:off x="6303816" y="3590526"/>
            <a:ext cx="41916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Upon your order confirmation and deposit, your design comes to life in our factory. 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7ADDE42-82BD-F033-4F3A-60465EA9B8A6}"/>
              </a:ext>
            </a:extLst>
          </p:cNvPr>
          <p:cNvSpPr txBox="1">
            <a:spLocks/>
          </p:cNvSpPr>
          <p:nvPr/>
        </p:nvSpPr>
        <p:spPr>
          <a:xfrm>
            <a:off x="1808680" y="4866338"/>
            <a:ext cx="310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Inspection &amp; Packaging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B57AE2AE-9737-3FAE-AFE7-857255C444C8}"/>
              </a:ext>
            </a:extLst>
          </p:cNvPr>
          <p:cNvSpPr txBox="1">
            <a:spLocks/>
          </p:cNvSpPr>
          <p:nvPr/>
        </p:nvSpPr>
        <p:spPr>
          <a:xfrm>
            <a:off x="1265635" y="5238117"/>
            <a:ext cx="41916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Each product undergoes rigorous quality inspection and proper packaging to ensure it arrives undamaged.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FF1EB8A1-EA87-2CBB-7B69-54B5662CE7D4}"/>
              </a:ext>
            </a:extLst>
          </p:cNvPr>
          <p:cNvSpPr txBox="1">
            <a:spLocks/>
          </p:cNvSpPr>
          <p:nvPr/>
        </p:nvSpPr>
        <p:spPr>
          <a:xfrm>
            <a:off x="6649018" y="4875196"/>
            <a:ext cx="3470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Logistics &amp; Transportation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F5EF82BA-0E9A-644C-30F2-3D4967B0557E}"/>
              </a:ext>
            </a:extLst>
          </p:cNvPr>
          <p:cNvSpPr txBox="1">
            <a:spLocks/>
          </p:cNvSpPr>
          <p:nvPr/>
        </p:nvSpPr>
        <p:spPr>
          <a:xfrm>
            <a:off x="6288253" y="5263859"/>
            <a:ext cx="41916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Your products are shipped via reliable international logistics. Tracking information will be provided for your peace of mind.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CD6F3044-B439-FB21-06D8-DE89B96133C2}"/>
              </a:ext>
            </a:extLst>
          </p:cNvPr>
          <p:cNvSpPr txBox="1">
            <a:spLocks/>
          </p:cNvSpPr>
          <p:nvPr/>
        </p:nvSpPr>
        <p:spPr>
          <a:xfrm>
            <a:off x="5856820" y="1890014"/>
            <a:ext cx="379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2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F0EB3484-0723-B74C-95C9-9CAE1F3F05D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8497" y="1890014"/>
            <a:ext cx="379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1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C7958F2E-1F1B-BCAD-298C-89F51206B553}"/>
              </a:ext>
            </a:extLst>
          </p:cNvPr>
          <p:cNvSpPr txBox="1">
            <a:spLocks/>
          </p:cNvSpPr>
          <p:nvPr/>
        </p:nvSpPr>
        <p:spPr>
          <a:xfrm>
            <a:off x="5856820" y="3566119"/>
            <a:ext cx="379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4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C551C9FB-A26D-AC3B-C7AA-A4C03F6570D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8497" y="3562384"/>
            <a:ext cx="379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3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B2439B6-C573-68D3-F0D5-DA759F23097F}"/>
              </a:ext>
            </a:extLst>
          </p:cNvPr>
          <p:cNvSpPr txBox="1">
            <a:spLocks/>
          </p:cNvSpPr>
          <p:nvPr/>
        </p:nvSpPr>
        <p:spPr>
          <a:xfrm>
            <a:off x="5856820" y="5213699"/>
            <a:ext cx="379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6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472B0938-E507-4A0D-7A71-00642123041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8497" y="5213699"/>
            <a:ext cx="379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5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42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一些文字被放在一起&#10;&#10;AI 生成的内容可能不正确。">
            <a:extLst>
              <a:ext uri="{FF2B5EF4-FFF2-40B4-BE49-F238E27FC236}">
                <a16:creationId xmlns:a16="http://schemas.microsoft.com/office/drawing/2014/main" id="{07F63F27-7D37-D697-6530-443F269DC1C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0" y="0"/>
            <a:ext cx="1219200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3FFD974-FF18-5FD6-6F5D-B362CFB818F2}"/>
              </a:ext>
            </a:extLst>
          </p:cNvPr>
          <p:cNvSpPr>
            <a:spLocks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75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E6437E35-D9B5-425C-098F-C248D3ABD549}"/>
              </a:ext>
            </a:extLst>
          </p:cNvPr>
          <p:cNvCxnSpPr>
            <a:cxnSpLocks/>
          </p:cNvCxnSpPr>
          <p:nvPr/>
        </p:nvCxnSpPr>
        <p:spPr>
          <a:xfrm>
            <a:off x="11684000" y="6667500"/>
            <a:ext cx="508000" cy="0"/>
          </a:xfrm>
          <a:prstGeom prst="line">
            <a:avLst/>
          </a:prstGeom>
          <a:ln>
            <a:gradFill flip="none" rotWithShape="1">
              <a:gsLst>
                <a:gs pos="100000">
                  <a:srgbClr val="A47D00">
                    <a:alpha val="26000"/>
                  </a:srgbClr>
                </a:gs>
                <a:gs pos="0">
                  <a:srgbClr val="99600B"/>
                </a:gs>
              </a:gsLst>
              <a:lin ang="0" scaled="1"/>
              <a:tileRect/>
            </a:gra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文本框 126">
            <a:extLst>
              <a:ext uri="{FF2B5EF4-FFF2-40B4-BE49-F238E27FC236}">
                <a16:creationId xmlns:a16="http://schemas.microsoft.com/office/drawing/2014/main" id="{88AC2B4B-C06F-9B46-9AFC-57690C0158F8}"/>
              </a:ext>
            </a:extLst>
          </p:cNvPr>
          <p:cNvSpPr txBox="1">
            <a:spLocks/>
          </p:cNvSpPr>
          <p:nvPr/>
        </p:nvSpPr>
        <p:spPr>
          <a:xfrm>
            <a:off x="11403076" y="6477000"/>
            <a:ext cx="280924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UD Digi Kyokasho NK-B" panose="02020700000000000000" pitchFamily="18" charset="-128"/>
                <a:ea typeface="UD Digi Kyokasho NK-B" panose="02020700000000000000" pitchFamily="18" charset="-128"/>
              </a:rPr>
              <a:t>2</a:t>
            </a:r>
            <a:endParaRPr lang="zh-CN" altLang="en-US" dirty="0">
              <a:latin typeface="UD Digi Kyokasho NK-B" panose="02020700000000000000" pitchFamily="18" charset="-128"/>
              <a:ea typeface="UD Digi Kyokasho NK-B" panose="02020700000000000000" pitchFamily="18" charset="-128"/>
            </a:endParaRPr>
          </a:p>
        </p:txBody>
      </p:sp>
      <p:pic>
        <p:nvPicPr>
          <p:cNvPr id="4" name="图片 3" descr="图片包含 音乐, 乐器, 小, 束&#10;&#10;AI 生成的内容可能不正确。">
            <a:extLst>
              <a:ext uri="{FF2B5EF4-FFF2-40B4-BE49-F238E27FC236}">
                <a16:creationId xmlns:a16="http://schemas.microsoft.com/office/drawing/2014/main" id="{AD433158-0635-9B87-EB89-C41960FEBA2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38" y="778148"/>
            <a:ext cx="2209524" cy="21809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217922B-EF65-780F-6130-6B594434B1DB}"/>
              </a:ext>
            </a:extLst>
          </p:cNvPr>
          <p:cNvSpPr txBox="1">
            <a:spLocks/>
          </p:cNvSpPr>
          <p:nvPr/>
        </p:nvSpPr>
        <p:spPr>
          <a:xfrm>
            <a:off x="1181100" y="406400"/>
            <a:ext cx="521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Accsories</a:t>
            </a:r>
            <a:endParaRPr lang="zh-CN" altLang="en-US" dirty="0"/>
          </a:p>
        </p:txBody>
      </p:sp>
      <p:pic>
        <p:nvPicPr>
          <p:cNvPr id="8" name="图片 7" descr="桌子上的盘子里有许多杯子&#10;&#10;AI 生成的内容可能不正确。">
            <a:extLst>
              <a:ext uri="{FF2B5EF4-FFF2-40B4-BE49-F238E27FC236}">
                <a16:creationId xmlns:a16="http://schemas.microsoft.com/office/drawing/2014/main" id="{7739F039-A72E-C506-9EFC-2B68A09DCA0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652" y="1155785"/>
            <a:ext cx="2183957" cy="20827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图片 9" descr="图片包含 机械, 游戏机, 桌子, 挂&#10;&#10;AI 生成的内容可能不正确。">
            <a:extLst>
              <a:ext uri="{FF2B5EF4-FFF2-40B4-BE49-F238E27FC236}">
                <a16:creationId xmlns:a16="http://schemas.microsoft.com/office/drawing/2014/main" id="{F83C65E0-2DB2-33F6-4CE9-577085C41BD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800" y="3327400"/>
            <a:ext cx="1864454" cy="16129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图片 12" descr="图片包含 游戏机&#10;&#10;AI 生成的内容可能不正确。">
            <a:extLst>
              <a:ext uri="{FF2B5EF4-FFF2-40B4-BE49-F238E27FC236}">
                <a16:creationId xmlns:a16="http://schemas.microsoft.com/office/drawing/2014/main" id="{5A66E9D2-428E-D560-26F4-BCDD5F2D1933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800" y="944614"/>
            <a:ext cx="1400000" cy="8285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图片 14" descr="图片包含 链, 游戏机, 项链&#10;&#10;AI 生成的内容可能不正确。">
            <a:extLst>
              <a:ext uri="{FF2B5EF4-FFF2-40B4-BE49-F238E27FC236}">
                <a16:creationId xmlns:a16="http://schemas.microsoft.com/office/drawing/2014/main" id="{648CFBBC-A18E-9664-BFDB-EB7B2C7B3ADF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100" y="2324100"/>
            <a:ext cx="1744714" cy="14079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图片 16" descr="剪刀和眼镜&#10;&#10;AI 生成的内容可能不正确。">
            <a:extLst>
              <a:ext uri="{FF2B5EF4-FFF2-40B4-BE49-F238E27FC236}">
                <a16:creationId xmlns:a16="http://schemas.microsoft.com/office/drawing/2014/main" id="{21C1302D-540F-6BAF-473C-D66F6275EBED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333" y="2202019"/>
            <a:ext cx="1454681" cy="153956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71263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228D34B2-35EC-285E-D833-344FFF754A9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sp>
        <p:nvSpPr>
          <p:cNvPr id="3" name="îṩlíḑè">
            <a:extLst>
              <a:ext uri="{FF2B5EF4-FFF2-40B4-BE49-F238E27FC236}">
                <a16:creationId xmlns:a16="http://schemas.microsoft.com/office/drawing/2014/main" id="{81F6ECC3-A4B0-4A9E-F48D-7410D21220E7}"/>
              </a:ext>
            </a:extLst>
          </p:cNvPr>
          <p:cNvSpPr>
            <a:spLocks/>
          </p:cNvSpPr>
          <p:nvPr/>
        </p:nvSpPr>
        <p:spPr>
          <a:xfrm>
            <a:off x="11677650" y="369917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5" name="iṥḷídè">
            <a:extLst>
              <a:ext uri="{FF2B5EF4-FFF2-40B4-BE49-F238E27FC236}">
                <a16:creationId xmlns:a16="http://schemas.microsoft.com/office/drawing/2014/main" id="{6C680859-F87D-27CF-D748-2E34AFDD35E3}"/>
              </a:ext>
            </a:extLst>
          </p:cNvPr>
          <p:cNvSpPr>
            <a:spLocks/>
          </p:cNvSpPr>
          <p:nvPr/>
        </p:nvSpPr>
        <p:spPr>
          <a:xfrm>
            <a:off x="11677650" y="3542280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í$ḻïḋê">
            <a:extLst>
              <a:ext uri="{FF2B5EF4-FFF2-40B4-BE49-F238E27FC236}">
                <a16:creationId xmlns:a16="http://schemas.microsoft.com/office/drawing/2014/main" id="{B605D2C0-A1A7-B995-57B8-0E08EF50AB35}"/>
              </a:ext>
            </a:extLst>
          </p:cNvPr>
          <p:cNvSpPr>
            <a:spLocks/>
          </p:cNvSpPr>
          <p:nvPr/>
        </p:nvSpPr>
        <p:spPr>
          <a:xfrm>
            <a:off x="11677650" y="3285139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8" name="îŝḷíḍê">
            <a:extLst>
              <a:ext uri="{FF2B5EF4-FFF2-40B4-BE49-F238E27FC236}">
                <a16:creationId xmlns:a16="http://schemas.microsoft.com/office/drawing/2014/main" id="{54136ADC-6F2C-8446-F7BA-2439C39AB10F}"/>
              </a:ext>
            </a:extLst>
          </p:cNvPr>
          <p:cNvSpPr>
            <a:spLocks/>
          </p:cNvSpPr>
          <p:nvPr/>
        </p:nvSpPr>
        <p:spPr>
          <a:xfrm>
            <a:off x="11677650" y="3063424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îşḻíďê">
            <a:extLst>
              <a:ext uri="{FF2B5EF4-FFF2-40B4-BE49-F238E27FC236}">
                <a16:creationId xmlns:a16="http://schemas.microsoft.com/office/drawing/2014/main" id="{2E3FF4A5-A6CA-CAED-CC71-679BC317E50D}"/>
              </a:ext>
            </a:extLst>
          </p:cNvPr>
          <p:cNvSpPr>
            <a:spLocks/>
          </p:cNvSpPr>
          <p:nvPr/>
        </p:nvSpPr>
        <p:spPr>
          <a:xfrm>
            <a:off x="11677650" y="3096707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11" name="išḷîḍê">
            <a:extLst>
              <a:ext uri="{FF2B5EF4-FFF2-40B4-BE49-F238E27FC236}">
                <a16:creationId xmlns:a16="http://schemas.microsoft.com/office/drawing/2014/main" id="{DCC74015-6305-87C9-F2F4-F00D8A6C9CC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13" name="íṥḻiḍé">
            <a:extLst>
              <a:ext uri="{FF2B5EF4-FFF2-40B4-BE49-F238E27FC236}">
                <a16:creationId xmlns:a16="http://schemas.microsoft.com/office/drawing/2014/main" id="{D8B4C608-0748-E48E-C8E0-AD948898B81B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Light" panose="00020600040101010101" pitchFamily="18" charset="-122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Light" panose="00020600040101010101" pitchFamily="18" charset="-122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14" name="íṥļïdè">
            <a:extLst>
              <a:ext uri="{FF2B5EF4-FFF2-40B4-BE49-F238E27FC236}">
                <a16:creationId xmlns:a16="http://schemas.microsoft.com/office/drawing/2014/main" id="{1FAA66A7-7EB6-E807-FD0B-8CB3A950C328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Light" panose="00020600040101010101" pitchFamily="18" charset="-122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PRODUCED BY MK</a:t>
            </a:r>
          </a:p>
        </p:txBody>
      </p:sp>
      <p:sp>
        <p:nvSpPr>
          <p:cNvPr id="16" name="íŝľïḋé">
            <a:extLst>
              <a:ext uri="{FF2B5EF4-FFF2-40B4-BE49-F238E27FC236}">
                <a16:creationId xmlns:a16="http://schemas.microsoft.com/office/drawing/2014/main" id="{4A660A1F-8CFA-9CE7-A23C-DD3A8D56927A}"/>
              </a:ext>
            </a:extLst>
          </p:cNvPr>
          <p:cNvSpPr txBox="1">
            <a:spLocks/>
          </p:cNvSpPr>
          <p:nvPr/>
        </p:nvSpPr>
        <p:spPr>
          <a:xfrm>
            <a:off x="10646531" y="6094856"/>
            <a:ext cx="124690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700" dirty="0">
                <a:solidFill>
                  <a:srgbClr val="FA4500"/>
                </a:solidFill>
                <a:latin typeface="阿里巴巴普惠体 Light" panose="00020600040101010101" pitchFamily="18" charset="-122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     05</a:t>
            </a:r>
          </a:p>
        </p:txBody>
      </p:sp>
      <p:sp>
        <p:nvSpPr>
          <p:cNvPr id="17" name="išḷíḋè">
            <a:extLst>
              <a:ext uri="{FF2B5EF4-FFF2-40B4-BE49-F238E27FC236}">
                <a16:creationId xmlns:a16="http://schemas.microsoft.com/office/drawing/2014/main" id="{A80678D1-18B1-3E25-5EA1-D8C02842C1BC}"/>
              </a:ext>
            </a:extLst>
          </p:cNvPr>
          <p:cNvSpPr>
            <a:spLocks/>
          </p:cNvSpPr>
          <p:nvPr/>
        </p:nvSpPr>
        <p:spPr>
          <a:xfrm rot="3600000">
            <a:off x="11583993" y="6017563"/>
            <a:ext cx="358764" cy="354640"/>
          </a:xfrm>
          <a:prstGeom prst="arc">
            <a:avLst>
              <a:gd name="adj1" fmla="val 9301497"/>
              <a:gd name="adj2" fmla="val 5421245"/>
            </a:avLst>
          </a:prstGeom>
          <a:ln w="12700">
            <a:gradFill flip="none" rotWithShape="1">
              <a:gsLst>
                <a:gs pos="0">
                  <a:srgbClr val="FA4500">
                    <a:alpha val="0"/>
                  </a:srgbClr>
                </a:gs>
                <a:gs pos="52000">
                  <a:srgbClr val="FA4500"/>
                </a:gs>
              </a:gsLst>
              <a:lin ang="19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1227B9E-8E16-CE56-8658-46E2DCB14FF5}"/>
              </a:ext>
            </a:extLst>
          </p:cNvPr>
          <p:cNvSpPr>
            <a:spLocks/>
          </p:cNvSpPr>
          <p:nvPr/>
        </p:nvSpPr>
        <p:spPr>
          <a:xfrm>
            <a:off x="1833478" y="3302428"/>
            <a:ext cx="1457474" cy="464653"/>
          </a:xfrm>
          <a:prstGeom prst="ellipse">
            <a:avLst/>
          </a:prstGeom>
          <a:noFill/>
          <a:ln w="15875">
            <a:gradFill>
              <a:gsLst>
                <a:gs pos="6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51497BA0-C64B-C92F-EDC0-E994B3E749C3}"/>
              </a:ext>
            </a:extLst>
          </p:cNvPr>
          <p:cNvSpPr>
            <a:spLocks/>
          </p:cNvSpPr>
          <p:nvPr/>
        </p:nvSpPr>
        <p:spPr>
          <a:xfrm>
            <a:off x="1472274" y="2949471"/>
            <a:ext cx="2179883" cy="694961"/>
          </a:xfrm>
          <a:prstGeom prst="ellipse">
            <a:avLst/>
          </a:prstGeom>
          <a:noFill/>
          <a:ln w="22225">
            <a:gradFill>
              <a:gsLst>
                <a:gs pos="0">
                  <a:schemeClr val="bg2">
                    <a:lumMod val="75000"/>
                    <a:alpha val="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17F79B4-70DF-0819-8B0F-C53C8FC05AA3}"/>
              </a:ext>
            </a:extLst>
          </p:cNvPr>
          <p:cNvSpPr>
            <a:spLocks/>
          </p:cNvSpPr>
          <p:nvPr/>
        </p:nvSpPr>
        <p:spPr>
          <a:xfrm>
            <a:off x="1993700" y="3133868"/>
            <a:ext cx="1137031" cy="362493"/>
          </a:xfrm>
          <a:prstGeom prst="ellipse">
            <a:avLst/>
          </a:prstGeom>
          <a:gradFill>
            <a:gsLst>
              <a:gs pos="15000">
                <a:schemeClr val="bg2">
                  <a:lumMod val="90000"/>
                  <a:alpha val="0"/>
                </a:schemeClr>
              </a:gs>
              <a:gs pos="100000">
                <a:schemeClr val="bg1">
                  <a:lumMod val="50000"/>
                  <a:alpha val="72000"/>
                </a:schemeClr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36D3650D-CF88-FC1F-EDCD-FB7CC3218393}"/>
              </a:ext>
            </a:extLst>
          </p:cNvPr>
          <p:cNvSpPr>
            <a:spLocks/>
          </p:cNvSpPr>
          <p:nvPr/>
        </p:nvSpPr>
        <p:spPr>
          <a:xfrm>
            <a:off x="1757435" y="3325374"/>
            <a:ext cx="1609560" cy="513139"/>
          </a:xfrm>
          <a:prstGeom prst="ellipse">
            <a:avLst/>
          </a:prstGeom>
          <a:noFill/>
          <a:ln w="12700">
            <a:gradFill>
              <a:gsLst>
                <a:gs pos="1800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50000"/>
                    <a:alpha val="9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37F0D8EC-82CC-7DC1-7084-80A99B314E26}"/>
              </a:ext>
            </a:extLst>
          </p:cNvPr>
          <p:cNvSpPr>
            <a:spLocks/>
          </p:cNvSpPr>
          <p:nvPr/>
        </p:nvSpPr>
        <p:spPr>
          <a:xfrm>
            <a:off x="1657629" y="3331753"/>
            <a:ext cx="1809173" cy="576776"/>
          </a:xfrm>
          <a:prstGeom prst="ellipse">
            <a:avLst/>
          </a:prstGeom>
          <a:noFill/>
          <a:ln w="9525">
            <a:gradFill>
              <a:gsLst>
                <a:gs pos="6000">
                  <a:schemeClr val="bg1">
                    <a:lumMod val="85000"/>
                    <a:alpha val="0"/>
                  </a:schemeClr>
                </a:gs>
                <a:gs pos="100000">
                  <a:schemeClr val="bg1">
                    <a:lumMod val="75000"/>
                    <a:alpha val="82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/>
          </a:p>
        </p:txBody>
      </p:sp>
      <p:pic>
        <p:nvPicPr>
          <p:cNvPr id="26" name="图片 25" descr="剪刀放在一起&#10;&#10;AI 生成的内容可能不正确。">
            <a:extLst>
              <a:ext uri="{FF2B5EF4-FFF2-40B4-BE49-F238E27FC236}">
                <a16:creationId xmlns:a16="http://schemas.microsoft.com/office/drawing/2014/main" id="{75903EFB-C7FD-71CC-B60E-99E0CFF56DC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34195">
            <a:off x="1706563" y="2003424"/>
            <a:ext cx="1722980" cy="1552575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/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01689409-990E-9287-F072-5D2254610058}"/>
              </a:ext>
            </a:extLst>
          </p:cNvPr>
          <p:cNvSpPr>
            <a:spLocks/>
          </p:cNvSpPr>
          <p:nvPr/>
        </p:nvSpPr>
        <p:spPr>
          <a:xfrm>
            <a:off x="4056297" y="1773701"/>
            <a:ext cx="1752802" cy="211229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100000">
                <a:schemeClr val="bg1">
                  <a:lumMod val="50000"/>
                </a:schemeClr>
              </a:gs>
            </a:gsLst>
            <a:lin ang="13500000" scaled="1"/>
            <a:tileRect/>
          </a:gradFill>
          <a:ln>
            <a:noFill/>
          </a:ln>
          <a:scene3d>
            <a:camera prst="perspectiveRight"/>
            <a:lightRig rig="contrasting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20857C3-50EB-64DC-34B0-60EA0F6666C9}"/>
              </a:ext>
            </a:extLst>
          </p:cNvPr>
          <p:cNvSpPr>
            <a:spLocks/>
          </p:cNvSpPr>
          <p:nvPr/>
        </p:nvSpPr>
        <p:spPr>
          <a:xfrm>
            <a:off x="4002958" y="4026194"/>
            <a:ext cx="1752802" cy="2112296"/>
          </a:xfrm>
          <a:prstGeom prst="rect">
            <a:avLst/>
          </a:prstGeom>
          <a:gradFill>
            <a:gsLst>
              <a:gs pos="0">
                <a:schemeClr val="bg1">
                  <a:lumMod val="65000"/>
                  <a:alpha val="61000"/>
                </a:schemeClr>
              </a:gs>
              <a:gs pos="40000">
                <a:schemeClr val="bg1">
                  <a:lumMod val="85000"/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0"/>
          </a:effectLst>
          <a:scene3d>
            <a:camera prst="perspectiveLeft">
              <a:rot lat="0" lon="1200001" rev="0"/>
            </a:camera>
            <a:lightRig rig="contrasting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9" name="图片 28" descr="剪刀和眼镜&#10;&#10;AI 生成的内容可能不正确。">
            <a:extLst>
              <a:ext uri="{FF2B5EF4-FFF2-40B4-BE49-F238E27FC236}">
                <a16:creationId xmlns:a16="http://schemas.microsoft.com/office/drawing/2014/main" id="{81B28A45-6DDD-D307-69CE-B43BA80DB91C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461" y="2217087"/>
            <a:ext cx="1316958" cy="10731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21604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E42D5-BE31-4416-3DC9-5586E4168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B3DA1248-CC11-87C0-81AB-3316F02D17D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7B2938F9-9A32-BBED-73DD-4C042B9D0990}"/>
              </a:ext>
            </a:extLst>
          </p:cNvPr>
          <p:cNvSpPr>
            <a:spLocks/>
          </p:cNvSpPr>
          <p:nvPr/>
        </p:nvSpPr>
        <p:spPr>
          <a:xfrm>
            <a:off x="696554" y="398433"/>
            <a:ext cx="4041492" cy="5846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199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ORDERING GUIDE</a:t>
            </a:r>
            <a:endParaRPr lang="zh-CN" altLang="en-US" sz="3199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3C1F99E5-8B5D-85D2-582A-FB0090126058}"/>
              </a:ext>
            </a:extLst>
          </p:cNvPr>
          <p:cNvCxnSpPr>
            <a:cxnSpLocks/>
          </p:cNvCxnSpPr>
          <p:nvPr/>
        </p:nvCxnSpPr>
        <p:spPr>
          <a:xfrm flipH="1">
            <a:off x="431828" y="1084224"/>
            <a:ext cx="45709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50C50EA-AA59-85BF-4152-2CA4495CC77E}"/>
              </a:ext>
            </a:extLst>
          </p:cNvPr>
          <p:cNvCxnSpPr>
            <a:cxnSpLocks/>
          </p:cNvCxnSpPr>
          <p:nvPr/>
        </p:nvCxnSpPr>
        <p:spPr>
          <a:xfrm>
            <a:off x="431828" y="310613"/>
            <a:ext cx="45709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îṩlíḑè">
            <a:extLst>
              <a:ext uri="{FF2B5EF4-FFF2-40B4-BE49-F238E27FC236}">
                <a16:creationId xmlns:a16="http://schemas.microsoft.com/office/drawing/2014/main" id="{D8AAA06F-DC30-6AA4-9B76-0BE6FC8302A3}"/>
              </a:ext>
            </a:extLst>
          </p:cNvPr>
          <p:cNvSpPr>
            <a:spLocks/>
          </p:cNvSpPr>
          <p:nvPr/>
        </p:nvSpPr>
        <p:spPr>
          <a:xfrm>
            <a:off x="11672445" y="3264321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9" name="iṥḷídè">
            <a:extLst>
              <a:ext uri="{FF2B5EF4-FFF2-40B4-BE49-F238E27FC236}">
                <a16:creationId xmlns:a16="http://schemas.microsoft.com/office/drawing/2014/main" id="{C8D77A5D-4476-64EC-0823-D8217A1A42DD}"/>
              </a:ext>
            </a:extLst>
          </p:cNvPr>
          <p:cNvSpPr>
            <a:spLocks/>
          </p:cNvSpPr>
          <p:nvPr/>
        </p:nvSpPr>
        <p:spPr>
          <a:xfrm>
            <a:off x="11672445" y="3107431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1" name="í$ḻïḋê">
            <a:extLst>
              <a:ext uri="{FF2B5EF4-FFF2-40B4-BE49-F238E27FC236}">
                <a16:creationId xmlns:a16="http://schemas.microsoft.com/office/drawing/2014/main" id="{24685146-1928-38A7-8253-CA94EFBE8F72}"/>
              </a:ext>
            </a:extLst>
          </p:cNvPr>
          <p:cNvSpPr>
            <a:spLocks/>
          </p:cNvSpPr>
          <p:nvPr/>
        </p:nvSpPr>
        <p:spPr>
          <a:xfrm>
            <a:off x="11679845" y="3642926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2" name="îŝḷíḍê">
            <a:extLst>
              <a:ext uri="{FF2B5EF4-FFF2-40B4-BE49-F238E27FC236}">
                <a16:creationId xmlns:a16="http://schemas.microsoft.com/office/drawing/2014/main" id="{8BC791B6-3207-5444-01A1-81A483182975}"/>
              </a:ext>
            </a:extLst>
          </p:cNvPr>
          <p:cNvSpPr>
            <a:spLocks/>
          </p:cNvSpPr>
          <p:nvPr/>
        </p:nvSpPr>
        <p:spPr>
          <a:xfrm>
            <a:off x="11679845" y="3421211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5" name="îşḻíďê">
            <a:extLst>
              <a:ext uri="{FF2B5EF4-FFF2-40B4-BE49-F238E27FC236}">
                <a16:creationId xmlns:a16="http://schemas.microsoft.com/office/drawing/2014/main" id="{82725CD6-7D22-1A51-DF0F-B24073790BDD}"/>
              </a:ext>
            </a:extLst>
          </p:cNvPr>
          <p:cNvSpPr>
            <a:spLocks/>
          </p:cNvSpPr>
          <p:nvPr/>
        </p:nvSpPr>
        <p:spPr>
          <a:xfrm>
            <a:off x="11679845" y="3454494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27" name="išḷîḍê">
            <a:extLst>
              <a:ext uri="{FF2B5EF4-FFF2-40B4-BE49-F238E27FC236}">
                <a16:creationId xmlns:a16="http://schemas.microsoft.com/office/drawing/2014/main" id="{C84B5934-3B61-BC9A-A850-F5B9E8B3A93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29" name="íṥḻiḍé">
            <a:extLst>
              <a:ext uri="{FF2B5EF4-FFF2-40B4-BE49-F238E27FC236}">
                <a16:creationId xmlns:a16="http://schemas.microsoft.com/office/drawing/2014/main" id="{AB2FAD64-0275-1D64-3446-A9AA7E0DF1C3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30" name="íṥļïdè">
            <a:extLst>
              <a:ext uri="{FF2B5EF4-FFF2-40B4-BE49-F238E27FC236}">
                <a16:creationId xmlns:a16="http://schemas.microsoft.com/office/drawing/2014/main" id="{6CA62249-FDD2-F042-90B9-679303681E8D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PRODUCED BY MK</a:t>
            </a:r>
          </a:p>
        </p:txBody>
      </p:sp>
      <p:sp>
        <p:nvSpPr>
          <p:cNvPr id="32" name="íŝľïḋé">
            <a:extLst>
              <a:ext uri="{FF2B5EF4-FFF2-40B4-BE49-F238E27FC236}">
                <a16:creationId xmlns:a16="http://schemas.microsoft.com/office/drawing/2014/main" id="{CB540EBA-FF51-641D-BE55-444A5F05809E}"/>
              </a:ext>
            </a:extLst>
          </p:cNvPr>
          <p:cNvSpPr txBox="1">
            <a:spLocks/>
          </p:cNvSpPr>
          <p:nvPr/>
        </p:nvSpPr>
        <p:spPr>
          <a:xfrm>
            <a:off x="10646531" y="6094856"/>
            <a:ext cx="12469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00" dirty="0">
                <a:solidFill>
                  <a:srgbClr val="FA4500"/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D&amp;M CRAFTS     01</a:t>
            </a:r>
          </a:p>
        </p:txBody>
      </p:sp>
      <p:sp>
        <p:nvSpPr>
          <p:cNvPr id="33" name="išḷíḋè">
            <a:extLst>
              <a:ext uri="{FF2B5EF4-FFF2-40B4-BE49-F238E27FC236}">
                <a16:creationId xmlns:a16="http://schemas.microsoft.com/office/drawing/2014/main" id="{EE9878B4-CD58-AD1D-54DE-84ACCE422041}"/>
              </a:ext>
            </a:extLst>
          </p:cNvPr>
          <p:cNvSpPr>
            <a:spLocks/>
          </p:cNvSpPr>
          <p:nvPr/>
        </p:nvSpPr>
        <p:spPr>
          <a:xfrm rot="3600000">
            <a:off x="11583993" y="6017563"/>
            <a:ext cx="358764" cy="354640"/>
          </a:xfrm>
          <a:prstGeom prst="arc">
            <a:avLst>
              <a:gd name="adj1" fmla="val 9301497"/>
              <a:gd name="adj2" fmla="val 5421245"/>
            </a:avLst>
          </a:prstGeom>
          <a:ln w="12700">
            <a:gradFill flip="none" rotWithShape="1">
              <a:gsLst>
                <a:gs pos="0">
                  <a:srgbClr val="FA4500">
                    <a:alpha val="0"/>
                  </a:srgbClr>
                </a:gs>
                <a:gs pos="52000">
                  <a:srgbClr val="FA4500"/>
                </a:gs>
              </a:gsLst>
              <a:lin ang="19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C4B924D-73C8-4BD1-28E7-897940DB9065}"/>
              </a:ext>
            </a:extLst>
          </p:cNvPr>
          <p:cNvCxnSpPr>
            <a:cxnSpLocks/>
          </p:cNvCxnSpPr>
          <p:nvPr/>
        </p:nvCxnSpPr>
        <p:spPr>
          <a:xfrm>
            <a:off x="404454" y="3937000"/>
            <a:ext cx="1057343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  <a:alpha val="32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1ABC30C2-885D-9CC3-F1F8-E3C627CCED20}"/>
              </a:ext>
            </a:extLst>
          </p:cNvPr>
          <p:cNvCxnSpPr>
            <a:cxnSpLocks/>
          </p:cNvCxnSpPr>
          <p:nvPr/>
        </p:nvCxnSpPr>
        <p:spPr>
          <a:xfrm>
            <a:off x="1688412" y="3221575"/>
            <a:ext cx="0" cy="715425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28711557-D7FA-0C97-1038-658714DCC33E}"/>
              </a:ext>
            </a:extLst>
          </p:cNvPr>
          <p:cNvSpPr txBox="1">
            <a:spLocks/>
          </p:cNvSpPr>
          <p:nvPr/>
        </p:nvSpPr>
        <p:spPr>
          <a:xfrm>
            <a:off x="829115" y="2488289"/>
            <a:ext cx="1755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Inquiry &amp; Consultation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5111226-EFFD-C78C-72C6-D06A6AC60461}"/>
              </a:ext>
            </a:extLst>
          </p:cNvPr>
          <p:cNvSpPr txBox="1">
            <a:spLocks/>
          </p:cNvSpPr>
          <p:nvPr/>
        </p:nvSpPr>
        <p:spPr>
          <a:xfrm>
            <a:off x="51375" y="1459926"/>
            <a:ext cx="32125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You share your design ideas, usage scenarios, expected quantity, and dimensions. We guide you through the details to clarify your needs.</a:t>
            </a:r>
            <a:endParaRPr lang="zh-CN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8BBBDA85-5CB2-FD32-9DD6-24DFEDCA68EF}"/>
              </a:ext>
            </a:extLst>
          </p:cNvPr>
          <p:cNvCxnSpPr>
            <a:cxnSpLocks/>
          </p:cNvCxnSpPr>
          <p:nvPr/>
        </p:nvCxnSpPr>
        <p:spPr>
          <a:xfrm>
            <a:off x="5066612" y="3221575"/>
            <a:ext cx="0" cy="715425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1FAE4044-A666-C176-4B3A-351F73FAF8F8}"/>
              </a:ext>
            </a:extLst>
          </p:cNvPr>
          <p:cNvCxnSpPr>
            <a:cxnSpLocks/>
          </p:cNvCxnSpPr>
          <p:nvPr/>
        </p:nvCxnSpPr>
        <p:spPr>
          <a:xfrm flipV="1">
            <a:off x="1978273" y="3941615"/>
            <a:ext cx="0" cy="76106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7AB4B230-CB62-9641-41E8-DB09D7DDD6D4}"/>
              </a:ext>
            </a:extLst>
          </p:cNvPr>
          <p:cNvSpPr txBox="1">
            <a:spLocks/>
          </p:cNvSpPr>
          <p:nvPr/>
        </p:nvSpPr>
        <p:spPr>
          <a:xfrm>
            <a:off x="1007040" y="4751777"/>
            <a:ext cx="19612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Design &amp; Craft Proposal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6E6FC47-705F-D42D-EFA1-8A0B885A2B69}"/>
              </a:ext>
            </a:extLst>
          </p:cNvPr>
          <p:cNvSpPr txBox="1">
            <a:spLocks/>
          </p:cNvSpPr>
          <p:nvPr/>
        </p:nvSpPr>
        <p:spPr>
          <a:xfrm>
            <a:off x="434727" y="5403026"/>
            <a:ext cx="33142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Based on our discussion, we create a custom artwork draft and propose the most suitable manufacturing techniques for your project.</a:t>
            </a:r>
            <a:endParaRPr lang="zh-CN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B335F469-1727-BA56-2505-8CF802765D2C}"/>
              </a:ext>
            </a:extLst>
          </p:cNvPr>
          <p:cNvSpPr txBox="1">
            <a:spLocks/>
          </p:cNvSpPr>
          <p:nvPr/>
        </p:nvSpPr>
        <p:spPr>
          <a:xfrm>
            <a:off x="3460348" y="1531601"/>
            <a:ext cx="32125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Once you are satisfied with the design draft, we provide a precise quotation. There is no obligation before this stage.</a:t>
            </a:r>
            <a:endParaRPr lang="zh-CN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23737D0F-7BE0-2B4E-194A-BA00819C5830}"/>
              </a:ext>
            </a:extLst>
          </p:cNvPr>
          <p:cNvSpPr txBox="1">
            <a:spLocks/>
          </p:cNvSpPr>
          <p:nvPr/>
        </p:nvSpPr>
        <p:spPr>
          <a:xfrm>
            <a:off x="4188682" y="2490627"/>
            <a:ext cx="1755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Approval &amp; Quotation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E1E037D0-045F-90D8-875A-4000C73F4493}"/>
              </a:ext>
            </a:extLst>
          </p:cNvPr>
          <p:cNvCxnSpPr>
            <a:cxnSpLocks/>
          </p:cNvCxnSpPr>
          <p:nvPr/>
        </p:nvCxnSpPr>
        <p:spPr>
          <a:xfrm flipV="1">
            <a:off x="5762873" y="3967773"/>
            <a:ext cx="0" cy="76106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48982FC0-12DE-073A-AA31-3813DB4CCAFA}"/>
              </a:ext>
            </a:extLst>
          </p:cNvPr>
          <p:cNvSpPr txBox="1">
            <a:spLocks/>
          </p:cNvSpPr>
          <p:nvPr/>
        </p:nvSpPr>
        <p:spPr>
          <a:xfrm>
            <a:off x="4791640" y="4777935"/>
            <a:ext cx="19612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Order &amp; Production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410AA9E-FF21-DA10-60FC-ABF55FC9E251}"/>
              </a:ext>
            </a:extLst>
          </p:cNvPr>
          <p:cNvSpPr txBox="1">
            <a:spLocks/>
          </p:cNvSpPr>
          <p:nvPr/>
        </p:nvSpPr>
        <p:spPr>
          <a:xfrm>
            <a:off x="4219327" y="5429184"/>
            <a:ext cx="33142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Upon your order confirmation and deposit, your design enters workshop production according to the approved specifications.</a:t>
            </a:r>
            <a:endParaRPr lang="zh-CN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8ABF6D1-5DD3-5158-DDDF-923A3E121D2D}"/>
              </a:ext>
            </a:extLst>
          </p:cNvPr>
          <p:cNvCxnSpPr>
            <a:cxnSpLocks/>
          </p:cNvCxnSpPr>
          <p:nvPr/>
        </p:nvCxnSpPr>
        <p:spPr>
          <a:xfrm>
            <a:off x="8476462" y="3208460"/>
            <a:ext cx="0" cy="715425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14DFE03-4041-A150-4FF4-D6E5F8936D0B}"/>
              </a:ext>
            </a:extLst>
          </p:cNvPr>
          <p:cNvSpPr txBox="1">
            <a:spLocks/>
          </p:cNvSpPr>
          <p:nvPr/>
        </p:nvSpPr>
        <p:spPr>
          <a:xfrm>
            <a:off x="6870198" y="1518486"/>
            <a:ext cx="32125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Once you are satisfied with the design draft, we provide a precise quotation. There is no obligation before this stage.</a:t>
            </a:r>
            <a:endParaRPr lang="zh-CN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866DF0-3137-9A12-A019-027549FBC06E}"/>
              </a:ext>
            </a:extLst>
          </p:cNvPr>
          <p:cNvSpPr txBox="1">
            <a:spLocks/>
          </p:cNvSpPr>
          <p:nvPr/>
        </p:nvSpPr>
        <p:spPr>
          <a:xfrm>
            <a:off x="7598532" y="2477512"/>
            <a:ext cx="1755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Approval &amp; Quotation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69BBB2A-698F-7218-14AE-38525287EE83}"/>
              </a:ext>
            </a:extLst>
          </p:cNvPr>
          <p:cNvCxnSpPr>
            <a:cxnSpLocks/>
          </p:cNvCxnSpPr>
          <p:nvPr/>
        </p:nvCxnSpPr>
        <p:spPr>
          <a:xfrm flipV="1">
            <a:off x="9172723" y="3954658"/>
            <a:ext cx="0" cy="76106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AD1E4D8-6F05-4DB4-4314-1AF977356AF4}"/>
              </a:ext>
            </a:extLst>
          </p:cNvPr>
          <p:cNvSpPr txBox="1">
            <a:spLocks/>
          </p:cNvSpPr>
          <p:nvPr/>
        </p:nvSpPr>
        <p:spPr>
          <a:xfrm>
            <a:off x="8201490" y="4764820"/>
            <a:ext cx="19612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Order &amp; Production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6567A9A-3D1E-4E8C-E274-022ABED78F1D}"/>
              </a:ext>
            </a:extLst>
          </p:cNvPr>
          <p:cNvSpPr txBox="1">
            <a:spLocks/>
          </p:cNvSpPr>
          <p:nvPr/>
        </p:nvSpPr>
        <p:spPr>
          <a:xfrm>
            <a:off x="7629177" y="5416069"/>
            <a:ext cx="33142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Upon your order confirmation and deposit, your design enters workshop production according to the approved specifications.</a:t>
            </a:r>
            <a:endParaRPr lang="zh-CN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61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60430-2744-98C2-3500-86DA5FBE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FBE2E22F-872C-B137-870B-387B6E6665B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B16C38CF-1907-3671-EDDA-63F29B7F0358}"/>
              </a:ext>
            </a:extLst>
          </p:cNvPr>
          <p:cNvSpPr>
            <a:spLocks/>
          </p:cNvSpPr>
          <p:nvPr/>
        </p:nvSpPr>
        <p:spPr>
          <a:xfrm>
            <a:off x="696554" y="398433"/>
            <a:ext cx="4041492" cy="5846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199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ORDERING GUIDE</a:t>
            </a:r>
            <a:endParaRPr lang="zh-CN" altLang="en-US" sz="3199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570A2782-C710-C862-6F11-6C1622378444}"/>
              </a:ext>
            </a:extLst>
          </p:cNvPr>
          <p:cNvCxnSpPr>
            <a:cxnSpLocks/>
          </p:cNvCxnSpPr>
          <p:nvPr/>
        </p:nvCxnSpPr>
        <p:spPr>
          <a:xfrm flipH="1">
            <a:off x="431828" y="1084224"/>
            <a:ext cx="45709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9F4916CD-5EB9-402B-2B53-76AED9B52A23}"/>
              </a:ext>
            </a:extLst>
          </p:cNvPr>
          <p:cNvCxnSpPr>
            <a:cxnSpLocks/>
          </p:cNvCxnSpPr>
          <p:nvPr/>
        </p:nvCxnSpPr>
        <p:spPr>
          <a:xfrm>
            <a:off x="431828" y="310613"/>
            <a:ext cx="45709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îṩlíḑè">
            <a:extLst>
              <a:ext uri="{FF2B5EF4-FFF2-40B4-BE49-F238E27FC236}">
                <a16:creationId xmlns:a16="http://schemas.microsoft.com/office/drawing/2014/main" id="{F64B6233-4A93-6EE5-2F10-CE4FF8098304}"/>
              </a:ext>
            </a:extLst>
          </p:cNvPr>
          <p:cNvSpPr>
            <a:spLocks/>
          </p:cNvSpPr>
          <p:nvPr/>
        </p:nvSpPr>
        <p:spPr>
          <a:xfrm>
            <a:off x="11672445" y="3264321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9" name="iṥḷídè">
            <a:extLst>
              <a:ext uri="{FF2B5EF4-FFF2-40B4-BE49-F238E27FC236}">
                <a16:creationId xmlns:a16="http://schemas.microsoft.com/office/drawing/2014/main" id="{5F974B11-63F6-93CC-AFC5-A85D2B629001}"/>
              </a:ext>
            </a:extLst>
          </p:cNvPr>
          <p:cNvSpPr>
            <a:spLocks/>
          </p:cNvSpPr>
          <p:nvPr/>
        </p:nvSpPr>
        <p:spPr>
          <a:xfrm>
            <a:off x="11672445" y="3107431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1" name="í$ḻïḋê">
            <a:extLst>
              <a:ext uri="{FF2B5EF4-FFF2-40B4-BE49-F238E27FC236}">
                <a16:creationId xmlns:a16="http://schemas.microsoft.com/office/drawing/2014/main" id="{E97C3F5A-239E-48B4-BBBF-B50F6FDA0491}"/>
              </a:ext>
            </a:extLst>
          </p:cNvPr>
          <p:cNvSpPr>
            <a:spLocks/>
          </p:cNvSpPr>
          <p:nvPr/>
        </p:nvSpPr>
        <p:spPr>
          <a:xfrm>
            <a:off x="11679845" y="3642926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2" name="îŝḷíḍê">
            <a:extLst>
              <a:ext uri="{FF2B5EF4-FFF2-40B4-BE49-F238E27FC236}">
                <a16:creationId xmlns:a16="http://schemas.microsoft.com/office/drawing/2014/main" id="{2D66F7CD-9DAF-9AF7-0846-797F9FE21403}"/>
              </a:ext>
            </a:extLst>
          </p:cNvPr>
          <p:cNvSpPr>
            <a:spLocks/>
          </p:cNvSpPr>
          <p:nvPr/>
        </p:nvSpPr>
        <p:spPr>
          <a:xfrm>
            <a:off x="11679845" y="3421211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5" name="îşḻíďê">
            <a:extLst>
              <a:ext uri="{FF2B5EF4-FFF2-40B4-BE49-F238E27FC236}">
                <a16:creationId xmlns:a16="http://schemas.microsoft.com/office/drawing/2014/main" id="{CF6AB2E9-4814-9B02-EDE0-48BD8FB76684}"/>
              </a:ext>
            </a:extLst>
          </p:cNvPr>
          <p:cNvSpPr>
            <a:spLocks/>
          </p:cNvSpPr>
          <p:nvPr/>
        </p:nvSpPr>
        <p:spPr>
          <a:xfrm>
            <a:off x="11679845" y="3454494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27" name="išḷîḍê">
            <a:extLst>
              <a:ext uri="{FF2B5EF4-FFF2-40B4-BE49-F238E27FC236}">
                <a16:creationId xmlns:a16="http://schemas.microsoft.com/office/drawing/2014/main" id="{AA1F1632-F413-32DA-FAD1-EFB60416712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29" name="íṥḻiḍé">
            <a:extLst>
              <a:ext uri="{FF2B5EF4-FFF2-40B4-BE49-F238E27FC236}">
                <a16:creationId xmlns:a16="http://schemas.microsoft.com/office/drawing/2014/main" id="{2276F3E3-93EB-1D58-E9F2-EFB77B944877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30" name="íṥļïdè">
            <a:extLst>
              <a:ext uri="{FF2B5EF4-FFF2-40B4-BE49-F238E27FC236}">
                <a16:creationId xmlns:a16="http://schemas.microsoft.com/office/drawing/2014/main" id="{6885132B-9246-FC05-B821-36D866B3F398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PRODUCED BY MK</a:t>
            </a:r>
          </a:p>
        </p:txBody>
      </p:sp>
      <p:sp>
        <p:nvSpPr>
          <p:cNvPr id="32" name="íŝľïḋé">
            <a:extLst>
              <a:ext uri="{FF2B5EF4-FFF2-40B4-BE49-F238E27FC236}">
                <a16:creationId xmlns:a16="http://schemas.microsoft.com/office/drawing/2014/main" id="{AA118E7A-EDEE-7DA7-AE96-D2C1865367D5}"/>
              </a:ext>
            </a:extLst>
          </p:cNvPr>
          <p:cNvSpPr txBox="1">
            <a:spLocks/>
          </p:cNvSpPr>
          <p:nvPr/>
        </p:nvSpPr>
        <p:spPr>
          <a:xfrm>
            <a:off x="10646531" y="6094856"/>
            <a:ext cx="12469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00" dirty="0">
                <a:solidFill>
                  <a:srgbClr val="FA4500"/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D&amp;M CRAFTS     01</a:t>
            </a:r>
          </a:p>
        </p:txBody>
      </p:sp>
      <p:sp>
        <p:nvSpPr>
          <p:cNvPr id="33" name="išḷíḋè">
            <a:extLst>
              <a:ext uri="{FF2B5EF4-FFF2-40B4-BE49-F238E27FC236}">
                <a16:creationId xmlns:a16="http://schemas.microsoft.com/office/drawing/2014/main" id="{EA24296E-BE1A-DA43-C545-B83065AC3B1A}"/>
              </a:ext>
            </a:extLst>
          </p:cNvPr>
          <p:cNvSpPr>
            <a:spLocks/>
          </p:cNvSpPr>
          <p:nvPr/>
        </p:nvSpPr>
        <p:spPr>
          <a:xfrm rot="3600000">
            <a:off x="11583993" y="6017563"/>
            <a:ext cx="358764" cy="354640"/>
          </a:xfrm>
          <a:prstGeom prst="arc">
            <a:avLst>
              <a:gd name="adj1" fmla="val 9301497"/>
              <a:gd name="adj2" fmla="val 5421245"/>
            </a:avLst>
          </a:prstGeom>
          <a:ln w="12700">
            <a:gradFill flip="none" rotWithShape="1">
              <a:gsLst>
                <a:gs pos="0">
                  <a:srgbClr val="FA4500">
                    <a:alpha val="0"/>
                  </a:srgbClr>
                </a:gs>
                <a:gs pos="52000">
                  <a:srgbClr val="FA4500"/>
                </a:gs>
              </a:gsLst>
              <a:lin ang="19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01C147C-80CA-38B2-6CC1-79EC982294D6}"/>
              </a:ext>
            </a:extLst>
          </p:cNvPr>
          <p:cNvCxnSpPr>
            <a:cxnSpLocks/>
          </p:cNvCxnSpPr>
          <p:nvPr/>
        </p:nvCxnSpPr>
        <p:spPr>
          <a:xfrm>
            <a:off x="431828" y="1600200"/>
            <a:ext cx="1057343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  <a:alpha val="32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27F7B792-DFB8-7A10-42E9-1C1A68E97140}"/>
              </a:ext>
            </a:extLst>
          </p:cNvPr>
          <p:cNvCxnSpPr>
            <a:cxnSpLocks/>
          </p:cNvCxnSpPr>
          <p:nvPr/>
        </p:nvCxnSpPr>
        <p:spPr>
          <a:xfrm flipV="1">
            <a:off x="2912204" y="1577256"/>
            <a:ext cx="0" cy="76106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06392849-26BF-DD50-96BB-1021E541A3FF}"/>
              </a:ext>
            </a:extLst>
          </p:cNvPr>
          <p:cNvSpPr txBox="1">
            <a:spLocks/>
          </p:cNvSpPr>
          <p:nvPr/>
        </p:nvSpPr>
        <p:spPr>
          <a:xfrm>
            <a:off x="2032363" y="2393024"/>
            <a:ext cx="17231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Design &amp; Craft Proposal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985DAB2-FE6C-FBC0-37FA-9447E85B6B38}"/>
              </a:ext>
            </a:extLst>
          </p:cNvPr>
          <p:cNvSpPr txBox="1">
            <a:spLocks/>
          </p:cNvSpPr>
          <p:nvPr/>
        </p:nvSpPr>
        <p:spPr>
          <a:xfrm>
            <a:off x="2137759" y="3550494"/>
            <a:ext cx="18826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Based on our discussion, we create a custom artwork draft and propose the most suitable manufacturing techniques for your project.</a:t>
            </a:r>
            <a:endParaRPr lang="zh-CN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832E72DD-2050-04E0-E31E-6CC19D020A7C}"/>
              </a:ext>
            </a:extLst>
          </p:cNvPr>
          <p:cNvCxnSpPr>
            <a:cxnSpLocks/>
          </p:cNvCxnSpPr>
          <p:nvPr/>
        </p:nvCxnSpPr>
        <p:spPr>
          <a:xfrm flipV="1">
            <a:off x="6446030" y="1590371"/>
            <a:ext cx="0" cy="76106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EFDA42A2-2F5E-5E06-DDF6-6E2E8A47670C}"/>
              </a:ext>
            </a:extLst>
          </p:cNvPr>
          <p:cNvSpPr txBox="1">
            <a:spLocks/>
          </p:cNvSpPr>
          <p:nvPr/>
        </p:nvSpPr>
        <p:spPr>
          <a:xfrm>
            <a:off x="7652319" y="2393024"/>
            <a:ext cx="1508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Order &amp; Production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D76F3B54-32FA-509F-5D3D-949441099247}"/>
              </a:ext>
            </a:extLst>
          </p:cNvPr>
          <p:cNvSpPr txBox="1">
            <a:spLocks/>
          </p:cNvSpPr>
          <p:nvPr/>
        </p:nvSpPr>
        <p:spPr>
          <a:xfrm>
            <a:off x="7652319" y="3048043"/>
            <a:ext cx="167553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Upon your order confirmation and deposit, your design enters workshop production according to the approved specifications.</a:t>
            </a:r>
            <a:endParaRPr lang="zh-CN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88D821A-DAD3-21C7-B351-3DFF2674FEAD}"/>
              </a:ext>
            </a:extLst>
          </p:cNvPr>
          <p:cNvCxnSpPr>
            <a:cxnSpLocks/>
          </p:cNvCxnSpPr>
          <p:nvPr/>
        </p:nvCxnSpPr>
        <p:spPr>
          <a:xfrm flipV="1">
            <a:off x="9979855" y="1577256"/>
            <a:ext cx="0" cy="76106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1A5165BC-F237-37EC-9A61-6538745AA876}"/>
              </a:ext>
            </a:extLst>
          </p:cNvPr>
          <p:cNvSpPr txBox="1">
            <a:spLocks/>
          </p:cNvSpPr>
          <p:nvPr/>
        </p:nvSpPr>
        <p:spPr>
          <a:xfrm>
            <a:off x="9359085" y="2393024"/>
            <a:ext cx="1492958" cy="1572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Order &amp; Production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FC3BCF-7B6F-8B4F-0BBB-E07E82F29FC4}"/>
              </a:ext>
            </a:extLst>
          </p:cNvPr>
          <p:cNvSpPr txBox="1">
            <a:spLocks/>
          </p:cNvSpPr>
          <p:nvPr/>
        </p:nvSpPr>
        <p:spPr>
          <a:xfrm>
            <a:off x="9276741" y="3049740"/>
            <a:ext cx="208723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Upon your order confirmation and deposit, your design enters workshop production according to the approved specifications.</a:t>
            </a:r>
            <a:endParaRPr lang="zh-CN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3C43995-AAD9-1485-2660-D93A9EC99CAA}"/>
              </a:ext>
            </a:extLst>
          </p:cNvPr>
          <p:cNvCxnSpPr>
            <a:cxnSpLocks/>
          </p:cNvCxnSpPr>
          <p:nvPr/>
        </p:nvCxnSpPr>
        <p:spPr>
          <a:xfrm flipV="1">
            <a:off x="1145291" y="1587157"/>
            <a:ext cx="0" cy="76106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A12F779-0456-2073-4A7E-6E92BCD1F07C}"/>
              </a:ext>
            </a:extLst>
          </p:cNvPr>
          <p:cNvCxnSpPr>
            <a:cxnSpLocks/>
          </p:cNvCxnSpPr>
          <p:nvPr/>
        </p:nvCxnSpPr>
        <p:spPr>
          <a:xfrm flipV="1">
            <a:off x="4679117" y="1613315"/>
            <a:ext cx="0" cy="76106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564166A-8793-D8BA-CFDE-1C8696E810A3}"/>
              </a:ext>
            </a:extLst>
          </p:cNvPr>
          <p:cNvCxnSpPr>
            <a:cxnSpLocks/>
          </p:cNvCxnSpPr>
          <p:nvPr/>
        </p:nvCxnSpPr>
        <p:spPr>
          <a:xfrm flipV="1">
            <a:off x="8212943" y="1600200"/>
            <a:ext cx="0" cy="76106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6DDC317D-3FDA-E5EF-4E5C-C3988980CCAF}"/>
              </a:ext>
            </a:extLst>
          </p:cNvPr>
          <p:cNvSpPr txBox="1">
            <a:spLocks/>
          </p:cNvSpPr>
          <p:nvPr/>
        </p:nvSpPr>
        <p:spPr>
          <a:xfrm>
            <a:off x="187233" y="2393024"/>
            <a:ext cx="16977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Design &amp; Craft Proposal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DD08BA5-EAC3-42FE-E152-11E3B381FD89}"/>
              </a:ext>
            </a:extLst>
          </p:cNvPr>
          <p:cNvSpPr txBox="1">
            <a:spLocks/>
          </p:cNvSpPr>
          <p:nvPr/>
        </p:nvSpPr>
        <p:spPr>
          <a:xfrm>
            <a:off x="264532" y="3554254"/>
            <a:ext cx="18548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Based on our discussion, we create a custom artwork draft and propose the most suitable manufacturing techniques for your project.</a:t>
            </a:r>
            <a:endParaRPr lang="zh-CN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B43973E-C05A-BE3F-563A-B28E23B3DCA2}"/>
              </a:ext>
            </a:extLst>
          </p:cNvPr>
          <p:cNvSpPr txBox="1">
            <a:spLocks/>
          </p:cNvSpPr>
          <p:nvPr/>
        </p:nvSpPr>
        <p:spPr>
          <a:xfrm>
            <a:off x="3841348" y="2393024"/>
            <a:ext cx="1508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Order &amp; Production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25F5DE2-84E2-FC10-D0B0-E71D480FD6B4}"/>
              </a:ext>
            </a:extLst>
          </p:cNvPr>
          <p:cNvSpPr txBox="1">
            <a:spLocks/>
          </p:cNvSpPr>
          <p:nvPr/>
        </p:nvSpPr>
        <p:spPr>
          <a:xfrm>
            <a:off x="3782998" y="3227314"/>
            <a:ext cx="167553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Upon your order confirmation and deposit, your design enters workshop production according to the approved specifications.</a:t>
            </a:r>
            <a:endParaRPr lang="zh-CN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7CCD60-9C0F-75A8-CD8C-E585812F8C6B}"/>
              </a:ext>
            </a:extLst>
          </p:cNvPr>
          <p:cNvSpPr txBox="1">
            <a:spLocks/>
          </p:cNvSpPr>
          <p:nvPr/>
        </p:nvSpPr>
        <p:spPr>
          <a:xfrm>
            <a:off x="5648448" y="2393024"/>
            <a:ext cx="1492958" cy="1572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Order &amp; Production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D1E11B8-0659-A9CC-6CB4-442FAC20E84A}"/>
              </a:ext>
            </a:extLst>
          </p:cNvPr>
          <p:cNvSpPr txBox="1">
            <a:spLocks/>
          </p:cNvSpPr>
          <p:nvPr/>
        </p:nvSpPr>
        <p:spPr>
          <a:xfrm>
            <a:off x="5566104" y="3049740"/>
            <a:ext cx="208723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Upon your order confirmation and deposit, your design enters workshop production according to the approved specifications.</a:t>
            </a:r>
            <a:endParaRPr lang="zh-CN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5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84CDA-FA3A-8391-77E5-C85E6C17B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DE30C55C-DC75-7129-7738-B09DE70C967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0" y="0"/>
            <a:ext cx="12225962" cy="6858000"/>
          </a:xfrm>
          <a:prstGeom prst="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347CCBB7-74DF-67E6-7BFF-639C0F601EE8}"/>
              </a:ext>
            </a:extLst>
          </p:cNvPr>
          <p:cNvSpPr>
            <a:spLocks/>
          </p:cNvSpPr>
          <p:nvPr/>
        </p:nvSpPr>
        <p:spPr>
          <a:xfrm>
            <a:off x="696554" y="398433"/>
            <a:ext cx="4041492" cy="5846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199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ORDERING GUIDE</a:t>
            </a:r>
            <a:endParaRPr lang="zh-CN" altLang="en-US" sz="3199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5F4F4D1E-6CC5-8724-364F-0B7D360ACA13}"/>
              </a:ext>
            </a:extLst>
          </p:cNvPr>
          <p:cNvCxnSpPr>
            <a:cxnSpLocks/>
          </p:cNvCxnSpPr>
          <p:nvPr/>
        </p:nvCxnSpPr>
        <p:spPr>
          <a:xfrm flipH="1">
            <a:off x="431828" y="1084224"/>
            <a:ext cx="45709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6EEF0574-CAC2-19D4-E2C9-97252266AE0F}"/>
              </a:ext>
            </a:extLst>
          </p:cNvPr>
          <p:cNvCxnSpPr>
            <a:cxnSpLocks/>
          </p:cNvCxnSpPr>
          <p:nvPr/>
        </p:nvCxnSpPr>
        <p:spPr>
          <a:xfrm>
            <a:off x="431828" y="310613"/>
            <a:ext cx="45709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îṩlíḑè">
            <a:extLst>
              <a:ext uri="{FF2B5EF4-FFF2-40B4-BE49-F238E27FC236}">
                <a16:creationId xmlns:a16="http://schemas.microsoft.com/office/drawing/2014/main" id="{9BFE6DA8-8BA2-5F9A-7D9E-818CB5B5837F}"/>
              </a:ext>
            </a:extLst>
          </p:cNvPr>
          <p:cNvSpPr>
            <a:spLocks/>
          </p:cNvSpPr>
          <p:nvPr/>
        </p:nvSpPr>
        <p:spPr>
          <a:xfrm>
            <a:off x="11672445" y="3264321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9" name="iṥḷídè">
            <a:extLst>
              <a:ext uri="{FF2B5EF4-FFF2-40B4-BE49-F238E27FC236}">
                <a16:creationId xmlns:a16="http://schemas.microsoft.com/office/drawing/2014/main" id="{A31D294E-7F01-5888-F198-80A32588DE2F}"/>
              </a:ext>
            </a:extLst>
          </p:cNvPr>
          <p:cNvSpPr>
            <a:spLocks/>
          </p:cNvSpPr>
          <p:nvPr/>
        </p:nvSpPr>
        <p:spPr>
          <a:xfrm>
            <a:off x="11672445" y="3107431"/>
            <a:ext cx="73892" cy="738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1" name="í$ḻïḋê">
            <a:extLst>
              <a:ext uri="{FF2B5EF4-FFF2-40B4-BE49-F238E27FC236}">
                <a16:creationId xmlns:a16="http://schemas.microsoft.com/office/drawing/2014/main" id="{CC535A6B-254B-ACAF-7BB0-42884313737F}"/>
              </a:ext>
            </a:extLst>
          </p:cNvPr>
          <p:cNvSpPr>
            <a:spLocks/>
          </p:cNvSpPr>
          <p:nvPr/>
        </p:nvSpPr>
        <p:spPr>
          <a:xfrm>
            <a:off x="11679845" y="3642926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2" name="îŝḷíḍê">
            <a:extLst>
              <a:ext uri="{FF2B5EF4-FFF2-40B4-BE49-F238E27FC236}">
                <a16:creationId xmlns:a16="http://schemas.microsoft.com/office/drawing/2014/main" id="{4E39A474-A542-258C-4066-34850B336EE5}"/>
              </a:ext>
            </a:extLst>
          </p:cNvPr>
          <p:cNvSpPr>
            <a:spLocks/>
          </p:cNvSpPr>
          <p:nvPr/>
        </p:nvSpPr>
        <p:spPr>
          <a:xfrm>
            <a:off x="11679845" y="3421211"/>
            <a:ext cx="73892" cy="73892"/>
          </a:xfrm>
          <a:prstGeom prst="ellipse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5" name="îşḻíďê">
            <a:extLst>
              <a:ext uri="{FF2B5EF4-FFF2-40B4-BE49-F238E27FC236}">
                <a16:creationId xmlns:a16="http://schemas.microsoft.com/office/drawing/2014/main" id="{A7F5DE2C-27BE-239F-D2D8-FC6AA3E44A3A}"/>
              </a:ext>
            </a:extLst>
          </p:cNvPr>
          <p:cNvSpPr>
            <a:spLocks/>
          </p:cNvSpPr>
          <p:nvPr/>
        </p:nvSpPr>
        <p:spPr>
          <a:xfrm>
            <a:off x="11679845" y="3454494"/>
            <a:ext cx="73892" cy="221842"/>
          </a:xfrm>
          <a:prstGeom prst="roundRect">
            <a:avLst/>
          </a:prstGeom>
          <a:solidFill>
            <a:srgbClr val="FA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27" name="išḷîḍê">
            <a:extLst>
              <a:ext uri="{FF2B5EF4-FFF2-40B4-BE49-F238E27FC236}">
                <a16:creationId xmlns:a16="http://schemas.microsoft.com/office/drawing/2014/main" id="{4F0F7698-950C-D7CD-AC14-01C08D0CAFE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858" y="310613"/>
            <a:ext cx="265112" cy="303245"/>
          </a:xfrm>
          <a:prstGeom prst="rect">
            <a:avLst/>
          </a:prstGeom>
        </p:spPr>
      </p:pic>
      <p:sp>
        <p:nvSpPr>
          <p:cNvPr id="29" name="íṥḻiḍé">
            <a:extLst>
              <a:ext uri="{FF2B5EF4-FFF2-40B4-BE49-F238E27FC236}">
                <a16:creationId xmlns:a16="http://schemas.microsoft.com/office/drawing/2014/main" id="{64CB145B-6E0C-78AA-6ADF-C7E95BB905BE}"/>
              </a:ext>
            </a:extLst>
          </p:cNvPr>
          <p:cNvSpPr txBox="1">
            <a:spLocks/>
          </p:cNvSpPr>
          <p:nvPr/>
        </p:nvSpPr>
        <p:spPr>
          <a:xfrm>
            <a:off x="10703659" y="311394"/>
            <a:ext cx="140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D&amp;M Crafts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30" name="íṥļïdè">
            <a:extLst>
              <a:ext uri="{FF2B5EF4-FFF2-40B4-BE49-F238E27FC236}">
                <a16:creationId xmlns:a16="http://schemas.microsoft.com/office/drawing/2014/main" id="{6C6F1B4F-6E4B-DDA3-FB4F-42C0E9EE32E6}"/>
              </a:ext>
            </a:extLst>
          </p:cNvPr>
          <p:cNvSpPr txBox="1">
            <a:spLocks/>
          </p:cNvSpPr>
          <p:nvPr/>
        </p:nvSpPr>
        <p:spPr>
          <a:xfrm>
            <a:off x="10708600" y="547710"/>
            <a:ext cx="12065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PRODUCED BY MK</a:t>
            </a:r>
          </a:p>
        </p:txBody>
      </p:sp>
      <p:sp>
        <p:nvSpPr>
          <p:cNvPr id="32" name="íŝľïḋé">
            <a:extLst>
              <a:ext uri="{FF2B5EF4-FFF2-40B4-BE49-F238E27FC236}">
                <a16:creationId xmlns:a16="http://schemas.microsoft.com/office/drawing/2014/main" id="{F138390F-0CDA-D066-05B8-B6D771884E7C}"/>
              </a:ext>
            </a:extLst>
          </p:cNvPr>
          <p:cNvSpPr txBox="1">
            <a:spLocks/>
          </p:cNvSpPr>
          <p:nvPr/>
        </p:nvSpPr>
        <p:spPr>
          <a:xfrm>
            <a:off x="10646531" y="6094856"/>
            <a:ext cx="12469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00" dirty="0">
                <a:solidFill>
                  <a:srgbClr val="FA4500"/>
                </a:solidFill>
                <a:latin typeface="Roboto" panose="02000000000000000000" pitchFamily="2" charset="0"/>
                <a:ea typeface="Roboto" panose="02000000000000000000" pitchFamily="2" charset="0"/>
                <a:cs typeface="阿里巴巴普惠体 Light" panose="00020600040101010101" pitchFamily="18" charset="-122"/>
              </a:rPr>
              <a:t>D&amp;M CRAFTS     01</a:t>
            </a:r>
          </a:p>
        </p:txBody>
      </p:sp>
      <p:sp>
        <p:nvSpPr>
          <p:cNvPr id="33" name="išḷíḋè">
            <a:extLst>
              <a:ext uri="{FF2B5EF4-FFF2-40B4-BE49-F238E27FC236}">
                <a16:creationId xmlns:a16="http://schemas.microsoft.com/office/drawing/2014/main" id="{CD254064-6730-4B80-FD5B-3F23C0DEC131}"/>
              </a:ext>
            </a:extLst>
          </p:cNvPr>
          <p:cNvSpPr>
            <a:spLocks/>
          </p:cNvSpPr>
          <p:nvPr/>
        </p:nvSpPr>
        <p:spPr>
          <a:xfrm rot="3600000">
            <a:off x="11583993" y="6017563"/>
            <a:ext cx="358764" cy="354640"/>
          </a:xfrm>
          <a:prstGeom prst="arc">
            <a:avLst>
              <a:gd name="adj1" fmla="val 9301497"/>
              <a:gd name="adj2" fmla="val 5421245"/>
            </a:avLst>
          </a:prstGeom>
          <a:ln w="12700">
            <a:gradFill flip="none" rotWithShape="1">
              <a:gsLst>
                <a:gs pos="0">
                  <a:srgbClr val="FA4500">
                    <a:alpha val="0"/>
                  </a:srgbClr>
                </a:gs>
                <a:gs pos="52000">
                  <a:srgbClr val="FA4500"/>
                </a:gs>
              </a:gsLst>
              <a:lin ang="19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AFF733D-0F61-BAA1-8726-D49E46A708B1}"/>
              </a:ext>
            </a:extLst>
          </p:cNvPr>
          <p:cNvSpPr txBox="1">
            <a:spLocks/>
          </p:cNvSpPr>
          <p:nvPr/>
        </p:nvSpPr>
        <p:spPr>
          <a:xfrm>
            <a:off x="5209519" y="639993"/>
            <a:ext cx="1952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Ordering Process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A2E61AC-8D11-946D-FC56-B0CBBC9520B9}"/>
              </a:ext>
            </a:extLst>
          </p:cNvPr>
          <p:cNvCxnSpPr>
            <a:cxnSpLocks/>
          </p:cNvCxnSpPr>
          <p:nvPr/>
        </p:nvCxnSpPr>
        <p:spPr>
          <a:xfrm>
            <a:off x="738450" y="2540000"/>
            <a:ext cx="143325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860F372A-E57F-481F-437E-0DB174E3DBE4}"/>
              </a:ext>
            </a:extLst>
          </p:cNvPr>
          <p:cNvCxnSpPr>
            <a:cxnSpLocks/>
          </p:cNvCxnSpPr>
          <p:nvPr/>
        </p:nvCxnSpPr>
        <p:spPr>
          <a:xfrm>
            <a:off x="1980512" y="3386675"/>
            <a:ext cx="0" cy="715425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2E9D0B08-07CA-2743-DF10-6DCFD952C71C}"/>
              </a:ext>
            </a:extLst>
          </p:cNvPr>
          <p:cNvSpPr txBox="1">
            <a:spLocks/>
          </p:cNvSpPr>
          <p:nvPr/>
        </p:nvSpPr>
        <p:spPr>
          <a:xfrm>
            <a:off x="2487241" y="1378646"/>
            <a:ext cx="1755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Inquiry &amp; Consultation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FAA3036-461F-21EE-D3E5-E6E5F2D02D77}"/>
              </a:ext>
            </a:extLst>
          </p:cNvPr>
          <p:cNvSpPr txBox="1">
            <a:spLocks/>
          </p:cNvSpPr>
          <p:nvPr/>
        </p:nvSpPr>
        <p:spPr>
          <a:xfrm>
            <a:off x="2255773" y="2157128"/>
            <a:ext cx="22187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You share your design ideas, usage scenarios, expected quantity, and dimensions. We guide you through the details to clarify your needs.</a:t>
            </a:r>
            <a:endParaRPr lang="zh-CN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A21AFB22-73CD-B89F-D51B-53ABC58F2FB6}"/>
              </a:ext>
            </a:extLst>
          </p:cNvPr>
          <p:cNvSpPr txBox="1">
            <a:spLocks/>
          </p:cNvSpPr>
          <p:nvPr/>
        </p:nvSpPr>
        <p:spPr>
          <a:xfrm>
            <a:off x="5687388" y="2159496"/>
            <a:ext cx="21099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Once you are satisfied with the design draft, we provide a precise quotation. There is no obligation before this stage.</a:t>
            </a:r>
            <a:endParaRPr lang="zh-CN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6CC0BCE4-CDF0-C3F3-4791-44B4A2423B05}"/>
              </a:ext>
            </a:extLst>
          </p:cNvPr>
          <p:cNvCxnSpPr>
            <a:cxnSpLocks/>
          </p:cNvCxnSpPr>
          <p:nvPr/>
        </p:nvCxnSpPr>
        <p:spPr>
          <a:xfrm>
            <a:off x="5358712" y="3386675"/>
            <a:ext cx="0" cy="715425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89920563-48C0-E3C2-0A51-3664557324F7}"/>
              </a:ext>
            </a:extLst>
          </p:cNvPr>
          <p:cNvCxnSpPr>
            <a:cxnSpLocks/>
          </p:cNvCxnSpPr>
          <p:nvPr/>
        </p:nvCxnSpPr>
        <p:spPr>
          <a:xfrm flipV="1">
            <a:off x="2511673" y="4106715"/>
            <a:ext cx="0" cy="76106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666866EC-2BAB-6308-425A-37D67BD27A9C}"/>
              </a:ext>
            </a:extLst>
          </p:cNvPr>
          <p:cNvSpPr txBox="1">
            <a:spLocks/>
          </p:cNvSpPr>
          <p:nvPr/>
        </p:nvSpPr>
        <p:spPr>
          <a:xfrm>
            <a:off x="1540440" y="4916877"/>
            <a:ext cx="19612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Design &amp; Craft Proposal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B24E9E45-BCCB-6C65-B833-32CD001261C4}"/>
              </a:ext>
            </a:extLst>
          </p:cNvPr>
          <p:cNvSpPr txBox="1">
            <a:spLocks/>
          </p:cNvSpPr>
          <p:nvPr/>
        </p:nvSpPr>
        <p:spPr>
          <a:xfrm>
            <a:off x="968127" y="5568126"/>
            <a:ext cx="33142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Based on our discussion, we create a custom artwork draft and propose the most suitable manufacturing techniques for your project.</a:t>
            </a:r>
            <a:endParaRPr lang="zh-CN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78E8A4A0-66A3-EA41-E3E1-6B71BF6A263D}"/>
              </a:ext>
            </a:extLst>
          </p:cNvPr>
          <p:cNvSpPr txBox="1">
            <a:spLocks/>
          </p:cNvSpPr>
          <p:nvPr/>
        </p:nvSpPr>
        <p:spPr>
          <a:xfrm>
            <a:off x="5869391" y="1451667"/>
            <a:ext cx="1755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Approval &amp; Quotation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E6793F61-EC36-CCD3-412C-40642D6A5564}"/>
              </a:ext>
            </a:extLst>
          </p:cNvPr>
          <p:cNvCxnSpPr>
            <a:cxnSpLocks/>
          </p:cNvCxnSpPr>
          <p:nvPr/>
        </p:nvCxnSpPr>
        <p:spPr>
          <a:xfrm flipV="1">
            <a:off x="6296273" y="4132873"/>
            <a:ext cx="0" cy="76106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52D958E9-231E-31DC-FD32-CFEA9C69A212}"/>
              </a:ext>
            </a:extLst>
          </p:cNvPr>
          <p:cNvSpPr txBox="1">
            <a:spLocks/>
          </p:cNvSpPr>
          <p:nvPr/>
        </p:nvSpPr>
        <p:spPr>
          <a:xfrm>
            <a:off x="9656291" y="2506729"/>
            <a:ext cx="1290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Order &amp; Production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ter" panose="02000503000000020004" pitchFamily="2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0B725A67-499F-74F6-26A1-26B76EE711D2}"/>
              </a:ext>
            </a:extLst>
          </p:cNvPr>
          <p:cNvSpPr txBox="1">
            <a:spLocks/>
          </p:cNvSpPr>
          <p:nvPr/>
        </p:nvSpPr>
        <p:spPr>
          <a:xfrm>
            <a:off x="9279594" y="3157978"/>
            <a:ext cx="2029073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Upon your order confirmation and deposit, your design enters workshop production according to the approved specifications.</a:t>
            </a:r>
            <a:endParaRPr lang="zh-CN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54BF7DA-63B8-7287-BFEC-034061173339}"/>
              </a:ext>
            </a:extLst>
          </p:cNvPr>
          <p:cNvCxnSpPr>
            <a:cxnSpLocks/>
          </p:cNvCxnSpPr>
          <p:nvPr/>
        </p:nvCxnSpPr>
        <p:spPr>
          <a:xfrm>
            <a:off x="696554" y="4825606"/>
            <a:ext cx="9306594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5458979-A052-E6DF-46CC-C652004CBE82}"/>
              </a:ext>
            </a:extLst>
          </p:cNvPr>
          <p:cNvCxnSpPr>
            <a:cxnSpLocks/>
          </p:cNvCxnSpPr>
          <p:nvPr/>
        </p:nvCxnSpPr>
        <p:spPr>
          <a:xfrm flipV="1">
            <a:off x="10003148" y="2540000"/>
            <a:ext cx="0" cy="2292868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04AD44B-DFF7-CF4E-FDB2-7087F464811B}"/>
              </a:ext>
            </a:extLst>
          </p:cNvPr>
          <p:cNvCxnSpPr>
            <a:cxnSpLocks/>
          </p:cNvCxnSpPr>
          <p:nvPr/>
        </p:nvCxnSpPr>
        <p:spPr>
          <a:xfrm>
            <a:off x="4373801" y="2540000"/>
            <a:ext cx="1313586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51B3F72-FAE8-F835-1AC8-01E8582BF161}"/>
              </a:ext>
            </a:extLst>
          </p:cNvPr>
          <p:cNvCxnSpPr>
            <a:cxnSpLocks/>
          </p:cNvCxnSpPr>
          <p:nvPr/>
        </p:nvCxnSpPr>
        <p:spPr>
          <a:xfrm>
            <a:off x="7871932" y="2540000"/>
            <a:ext cx="2131216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65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2182</Words>
  <Application>Microsoft Office PowerPoint</Application>
  <PresentationFormat>宽屏</PresentationFormat>
  <Paragraphs>376</Paragraphs>
  <Slides>30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5" baseType="lpstr">
      <vt:lpstr>Adobe Gothic Std B</vt:lpstr>
      <vt:lpstr>Adobe 黑体 Std R</vt:lpstr>
      <vt:lpstr>GeosansLight</vt:lpstr>
      <vt:lpstr>Inter</vt:lpstr>
      <vt:lpstr>UD Digi Kyokasho NK-B</vt:lpstr>
      <vt:lpstr>阿里巴巴普惠体 Light</vt:lpstr>
      <vt:lpstr>等线</vt:lpstr>
      <vt:lpstr>等线 Light</vt:lpstr>
      <vt:lpstr>华文中宋</vt:lpstr>
      <vt:lpstr>微软雅黑</vt:lpstr>
      <vt:lpstr>Arial</vt:lpstr>
      <vt:lpstr>Montserrat</vt:lpstr>
      <vt:lpstr>Open Sans</vt:lpstr>
      <vt:lpstr>Roboto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Yuxuan Zhang</dc:creator>
  <cp:lastModifiedBy>Administrator</cp:lastModifiedBy>
  <cp:revision>18</cp:revision>
  <dcterms:created xsi:type="dcterms:W3CDTF">2026-05-07T08:10:50Z</dcterms:created>
  <dcterms:modified xsi:type="dcterms:W3CDTF">2026-09-09T08:30:46Z</dcterms:modified>
</cp:coreProperties>
</file>